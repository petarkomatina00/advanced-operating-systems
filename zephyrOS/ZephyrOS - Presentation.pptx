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  <p:sldMasterId id="2147483673" r:id="rId2"/>
  </p:sldMasterIdLst>
  <p:notesMasterIdLst>
    <p:notesMasterId r:id="rId45"/>
  </p:notesMasterIdLst>
  <p:sldIdLst>
    <p:sldId id="256" r:id="rId3"/>
    <p:sldId id="257" r:id="rId4"/>
    <p:sldId id="258" r:id="rId5"/>
    <p:sldId id="264" r:id="rId6"/>
    <p:sldId id="265" r:id="rId7"/>
    <p:sldId id="331" r:id="rId8"/>
    <p:sldId id="266" r:id="rId9"/>
    <p:sldId id="269" r:id="rId10"/>
    <p:sldId id="270" r:id="rId11"/>
    <p:sldId id="271" r:id="rId12"/>
    <p:sldId id="273" r:id="rId13"/>
    <p:sldId id="313" r:id="rId14"/>
    <p:sldId id="276" r:id="rId15"/>
    <p:sldId id="277" r:id="rId16"/>
    <p:sldId id="278" r:id="rId17"/>
    <p:sldId id="314" r:id="rId18"/>
    <p:sldId id="315" r:id="rId19"/>
    <p:sldId id="316" r:id="rId20"/>
    <p:sldId id="283" r:id="rId21"/>
    <p:sldId id="284" r:id="rId22"/>
    <p:sldId id="287" r:id="rId23"/>
    <p:sldId id="288" r:id="rId24"/>
    <p:sldId id="319" r:id="rId25"/>
    <p:sldId id="317" r:id="rId26"/>
    <p:sldId id="320" r:id="rId27"/>
    <p:sldId id="318" r:id="rId28"/>
    <p:sldId id="321" r:id="rId29"/>
    <p:sldId id="289" r:id="rId30"/>
    <p:sldId id="290" r:id="rId31"/>
    <p:sldId id="291" r:id="rId32"/>
    <p:sldId id="322" r:id="rId33"/>
    <p:sldId id="330" r:id="rId34"/>
    <p:sldId id="323" r:id="rId35"/>
    <p:sldId id="327" r:id="rId36"/>
    <p:sldId id="328" r:id="rId37"/>
    <p:sldId id="324" r:id="rId38"/>
    <p:sldId id="325" r:id="rId39"/>
    <p:sldId id="326" r:id="rId40"/>
    <p:sldId id="329" r:id="rId41"/>
    <p:sldId id="292" r:id="rId42"/>
    <p:sldId id="293" r:id="rId43"/>
    <p:sldId id="294" r:id="rId44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46"/>
      <p:bold r:id="rId47"/>
      <p:italic r:id="rId48"/>
      <p:boldItalic r:id="rId49"/>
    </p:embeddedFont>
    <p:embeddedFont>
      <p:font typeface="Oswald" panose="00000500000000000000" pitchFamily="2" charset="0"/>
      <p:regular r:id="rId50"/>
      <p:bold r:id="rId51"/>
    </p:embeddedFont>
    <p:embeddedFont>
      <p:font typeface="Roboto" panose="02000000000000000000" pitchFamily="2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9411A9-1FDD-CC66-9CCF-1CC09123D57D}" v="350" dt="2025-10-31T09:20:02.031"/>
    <p1510:client id="{4C0A8AD4-E22D-C3D7-0410-AED43E535BA1}" v="20" dt="2025-10-31T09:27:49.692"/>
    <p1510:client id="{5B9CBB3E-E27A-1FFB-F888-B6ADB61A1B16}" v="1716" dt="2025-10-29T15:46:35.456"/>
    <p1510:client id="{A332CF1C-EEEA-53B7-C125-E90359722407}" v="1634" dt="2025-10-29T16:15:06.177"/>
    <p1510:client id="{E32E061F-906B-45CD-A4CD-850B76F9CC18}" v="445" dt="2025-10-31T09:53:30.074"/>
  </p1510:revLst>
</p1510:revInfo>
</file>

<file path=ppt/tableStyles.xml><?xml version="1.0" encoding="utf-8"?>
<a:tblStyleLst xmlns:a="http://schemas.openxmlformats.org/drawingml/2006/main" def="{051520F9-CB4C-42FB-8669-90A4185E263A}">
  <a:tblStyle styleId="{051520F9-CB4C-42FB-8669-90A4185E26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font" Target="fonts/font3.fntdata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font" Target="fonts/font6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1.fntdata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4.fntdata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7.fntdata"/><Relationship Id="rId6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8c1997cbfd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8c1997cbfd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8c1997cbfd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8c1997cbfd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8c1997cbfd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8c1997cbfd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>
          <a:extLst>
            <a:ext uri="{FF2B5EF4-FFF2-40B4-BE49-F238E27FC236}">
              <a16:creationId xmlns:a16="http://schemas.microsoft.com/office/drawing/2014/main" id="{1C304DD1-CCEF-3B2F-8B44-9963276C8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8c1997cbfd_0_121:notes">
            <a:extLst>
              <a:ext uri="{FF2B5EF4-FFF2-40B4-BE49-F238E27FC236}">
                <a16:creationId xmlns:a16="http://schemas.microsoft.com/office/drawing/2014/main" id="{E90E5FF1-F249-2211-CBEB-CB426BD4D6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8c1997cbfd_0_121:notes">
            <a:extLst>
              <a:ext uri="{FF2B5EF4-FFF2-40B4-BE49-F238E27FC236}">
                <a16:creationId xmlns:a16="http://schemas.microsoft.com/office/drawing/2014/main" id="{75C11E77-10D7-B406-DFF4-D620F6A7CD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9938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8b8ed53e2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8b8ed53e2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8c2221473c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8c2221473c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8c1997cbfd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8c1997cbfd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8c2221473c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8c2221473c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8c1997cbfd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8c1997cbfd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">
          <a:extLst>
            <a:ext uri="{FF2B5EF4-FFF2-40B4-BE49-F238E27FC236}">
              <a16:creationId xmlns:a16="http://schemas.microsoft.com/office/drawing/2014/main" id="{82374879-9850-0534-8FBE-2D90F761A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8c1997cbfd_0_278:notes">
            <a:extLst>
              <a:ext uri="{FF2B5EF4-FFF2-40B4-BE49-F238E27FC236}">
                <a16:creationId xmlns:a16="http://schemas.microsoft.com/office/drawing/2014/main" id="{694945DE-42E0-3205-8CD2-25697F2700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8c1997cbfd_0_278:notes">
            <a:extLst>
              <a:ext uri="{FF2B5EF4-FFF2-40B4-BE49-F238E27FC236}">
                <a16:creationId xmlns:a16="http://schemas.microsoft.com/office/drawing/2014/main" id="{60FB4EF7-EC68-7934-CACC-7D293335ED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34112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8c1997cbfd_0_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8c1997cbfd_0_4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8c1997cbfd_0_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8c1997cbfd_0_5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8c1997cbfd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8c1997cbfd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>
          <a:extLst>
            <a:ext uri="{FF2B5EF4-FFF2-40B4-BE49-F238E27FC236}">
              <a16:creationId xmlns:a16="http://schemas.microsoft.com/office/drawing/2014/main" id="{16DC95A0-97F5-3DEB-425D-84210CAF4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8c1997cbfd_0_570:notes">
            <a:extLst>
              <a:ext uri="{FF2B5EF4-FFF2-40B4-BE49-F238E27FC236}">
                <a16:creationId xmlns:a16="http://schemas.microsoft.com/office/drawing/2014/main" id="{E576AA4A-458A-0E88-392F-36CA1C2D9B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8c1997cbfd_0_570:notes">
            <a:extLst>
              <a:ext uri="{FF2B5EF4-FFF2-40B4-BE49-F238E27FC236}">
                <a16:creationId xmlns:a16="http://schemas.microsoft.com/office/drawing/2014/main" id="{91C1050C-DA3F-901E-F8CC-B5BBEEDBCD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7732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>
          <a:extLst>
            <a:ext uri="{FF2B5EF4-FFF2-40B4-BE49-F238E27FC236}">
              <a16:creationId xmlns:a16="http://schemas.microsoft.com/office/drawing/2014/main" id="{7E3DE3BC-37F6-5DFC-D7F7-FAE04A18E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8c1997cbfd_0_570:notes">
            <a:extLst>
              <a:ext uri="{FF2B5EF4-FFF2-40B4-BE49-F238E27FC236}">
                <a16:creationId xmlns:a16="http://schemas.microsoft.com/office/drawing/2014/main" id="{4F2E8497-0903-8362-5299-31F30A4F64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8c1997cbfd_0_570:notes">
            <a:extLst>
              <a:ext uri="{FF2B5EF4-FFF2-40B4-BE49-F238E27FC236}">
                <a16:creationId xmlns:a16="http://schemas.microsoft.com/office/drawing/2014/main" id="{DF5E73A5-5D93-EAF2-D04F-FEE929CF82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2918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>
          <a:extLst>
            <a:ext uri="{FF2B5EF4-FFF2-40B4-BE49-F238E27FC236}">
              <a16:creationId xmlns:a16="http://schemas.microsoft.com/office/drawing/2014/main" id="{905C99E1-CCC8-6630-0C89-18965B1ED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8c1997cbfd_0_570:notes">
            <a:extLst>
              <a:ext uri="{FF2B5EF4-FFF2-40B4-BE49-F238E27FC236}">
                <a16:creationId xmlns:a16="http://schemas.microsoft.com/office/drawing/2014/main" id="{104DE372-1829-2068-3507-A94F5C4D4E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8c1997cbfd_0_570:notes">
            <a:extLst>
              <a:ext uri="{FF2B5EF4-FFF2-40B4-BE49-F238E27FC236}">
                <a16:creationId xmlns:a16="http://schemas.microsoft.com/office/drawing/2014/main" id="{54CC89A2-6F41-37FD-FD77-5104A0FBCC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42657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8c1997cbfd_0_6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8c1997cbfd_0_6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8c1997cbfd_0_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7" name="Google Shape;1377;g8c1997cbfd_0_6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8c1997cbfd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8c1997cbfd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8c1997cbfd_0_7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8c1997cbfd_0_7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2">
          <a:extLst>
            <a:ext uri="{FF2B5EF4-FFF2-40B4-BE49-F238E27FC236}">
              <a16:creationId xmlns:a16="http://schemas.microsoft.com/office/drawing/2014/main" id="{7E18B373-BA5A-B459-D3B5-1CED901EB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8c1997cbfd_0_727:notes">
            <a:extLst>
              <a:ext uri="{FF2B5EF4-FFF2-40B4-BE49-F238E27FC236}">
                <a16:creationId xmlns:a16="http://schemas.microsoft.com/office/drawing/2014/main" id="{BF88A102-60A8-E726-BF3A-EDAFBF7FBB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8c1997cbfd_0_727:notes">
            <a:extLst>
              <a:ext uri="{FF2B5EF4-FFF2-40B4-BE49-F238E27FC236}">
                <a16:creationId xmlns:a16="http://schemas.microsoft.com/office/drawing/2014/main" id="{A4B0D496-5CFA-AAEE-121A-4A800E7693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7324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2">
          <a:extLst>
            <a:ext uri="{FF2B5EF4-FFF2-40B4-BE49-F238E27FC236}">
              <a16:creationId xmlns:a16="http://schemas.microsoft.com/office/drawing/2014/main" id="{F2508D28-9130-9984-54E3-F36942604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8c1997cbfd_0_727:notes">
            <a:extLst>
              <a:ext uri="{FF2B5EF4-FFF2-40B4-BE49-F238E27FC236}">
                <a16:creationId xmlns:a16="http://schemas.microsoft.com/office/drawing/2014/main" id="{BC1D1FAF-55C5-26DF-FAB3-D7811FC82A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8c1997cbfd_0_727:notes">
            <a:extLst>
              <a:ext uri="{FF2B5EF4-FFF2-40B4-BE49-F238E27FC236}">
                <a16:creationId xmlns:a16="http://schemas.microsoft.com/office/drawing/2014/main" id="{496B0ECC-503B-DD34-014B-8BBA44E1EC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05166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2">
          <a:extLst>
            <a:ext uri="{FF2B5EF4-FFF2-40B4-BE49-F238E27FC236}">
              <a16:creationId xmlns:a16="http://schemas.microsoft.com/office/drawing/2014/main" id="{632D7488-5E1F-BF7E-1F5C-43D94681E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8c1997cbfd_0_727:notes">
            <a:extLst>
              <a:ext uri="{FF2B5EF4-FFF2-40B4-BE49-F238E27FC236}">
                <a16:creationId xmlns:a16="http://schemas.microsoft.com/office/drawing/2014/main" id="{6EB458AB-FE28-DB4E-0836-186F876A64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8c1997cbfd_0_727:notes">
            <a:extLst>
              <a:ext uri="{FF2B5EF4-FFF2-40B4-BE49-F238E27FC236}">
                <a16:creationId xmlns:a16="http://schemas.microsoft.com/office/drawing/2014/main" id="{18DCB9F1-DF62-4F4D-DFE4-DBBCDCA139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09616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2">
          <a:extLst>
            <a:ext uri="{FF2B5EF4-FFF2-40B4-BE49-F238E27FC236}">
              <a16:creationId xmlns:a16="http://schemas.microsoft.com/office/drawing/2014/main" id="{41C64BC1-1523-1FA1-EFF6-42C8B617D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8c1997cbfd_0_727:notes">
            <a:extLst>
              <a:ext uri="{FF2B5EF4-FFF2-40B4-BE49-F238E27FC236}">
                <a16:creationId xmlns:a16="http://schemas.microsoft.com/office/drawing/2014/main" id="{54F36DEC-8A54-A886-4AC6-95017788FE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8c1997cbfd_0_727:notes">
            <a:extLst>
              <a:ext uri="{FF2B5EF4-FFF2-40B4-BE49-F238E27FC236}">
                <a16:creationId xmlns:a16="http://schemas.microsoft.com/office/drawing/2014/main" id="{7C1F914C-2763-20AE-FEFC-B22620A16B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32081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2">
          <a:extLst>
            <a:ext uri="{FF2B5EF4-FFF2-40B4-BE49-F238E27FC236}">
              <a16:creationId xmlns:a16="http://schemas.microsoft.com/office/drawing/2014/main" id="{5887AA2F-2C18-2347-A305-C303AA326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8c1997cbfd_0_727:notes">
            <a:extLst>
              <a:ext uri="{FF2B5EF4-FFF2-40B4-BE49-F238E27FC236}">
                <a16:creationId xmlns:a16="http://schemas.microsoft.com/office/drawing/2014/main" id="{AD5237C1-63A1-C663-FD31-A3F03E36BE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8c1997cbfd_0_727:notes">
            <a:extLst>
              <a:ext uri="{FF2B5EF4-FFF2-40B4-BE49-F238E27FC236}">
                <a16:creationId xmlns:a16="http://schemas.microsoft.com/office/drawing/2014/main" id="{1E31E10B-3057-2D58-556D-E490C793D4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35630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8c1997cbfd_0_7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8c1997cbfd_0_7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8c1997cbfd_0_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9" name="Google Shape;1569;g8c1997cbfd_0_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8c1997cbfd_0_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8c1997cbfd_0_7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2">
          <a:extLst>
            <a:ext uri="{FF2B5EF4-FFF2-40B4-BE49-F238E27FC236}">
              <a16:creationId xmlns:a16="http://schemas.microsoft.com/office/drawing/2014/main" id="{61FEDC32-2548-1337-128B-2E47162A1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8c1997cbfd_0_743:notes">
            <a:extLst>
              <a:ext uri="{FF2B5EF4-FFF2-40B4-BE49-F238E27FC236}">
                <a16:creationId xmlns:a16="http://schemas.microsoft.com/office/drawing/2014/main" id="{8CEB2C52-777E-2DC1-5055-3CE944BC8A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8c1997cbfd_0_743:notes">
            <a:extLst>
              <a:ext uri="{FF2B5EF4-FFF2-40B4-BE49-F238E27FC236}">
                <a16:creationId xmlns:a16="http://schemas.microsoft.com/office/drawing/2014/main" id="{8D65B0DA-B04D-C511-F97D-738E5345A9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65855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3">
          <a:extLst>
            <a:ext uri="{FF2B5EF4-FFF2-40B4-BE49-F238E27FC236}">
              <a16:creationId xmlns:a16="http://schemas.microsoft.com/office/drawing/2014/main" id="{F3DA4230-3210-AE00-5CC4-767CD057C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8c1997cbfd_0_732:notes">
            <a:extLst>
              <a:ext uri="{FF2B5EF4-FFF2-40B4-BE49-F238E27FC236}">
                <a16:creationId xmlns:a16="http://schemas.microsoft.com/office/drawing/2014/main" id="{CFDEF006-1C1C-31E2-03B3-38412FC9AA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8c1997cbfd_0_732:notes">
            <a:extLst>
              <a:ext uri="{FF2B5EF4-FFF2-40B4-BE49-F238E27FC236}">
                <a16:creationId xmlns:a16="http://schemas.microsoft.com/office/drawing/2014/main" id="{693B8D63-C89B-C988-6B3E-3A67441DF5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48973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2">
          <a:extLst>
            <a:ext uri="{FF2B5EF4-FFF2-40B4-BE49-F238E27FC236}">
              <a16:creationId xmlns:a16="http://schemas.microsoft.com/office/drawing/2014/main" id="{8058E6D7-A637-4446-7170-A3F556254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8c1997cbfd_0_743:notes">
            <a:extLst>
              <a:ext uri="{FF2B5EF4-FFF2-40B4-BE49-F238E27FC236}">
                <a16:creationId xmlns:a16="http://schemas.microsoft.com/office/drawing/2014/main" id="{FB5B9C89-1E36-7055-4360-75DB231E38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8c1997cbfd_0_743:notes">
            <a:extLst>
              <a:ext uri="{FF2B5EF4-FFF2-40B4-BE49-F238E27FC236}">
                <a16:creationId xmlns:a16="http://schemas.microsoft.com/office/drawing/2014/main" id="{869C3D24-5C11-A5D7-2A0A-FDF6520DA4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03150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2">
          <a:extLst>
            <a:ext uri="{FF2B5EF4-FFF2-40B4-BE49-F238E27FC236}">
              <a16:creationId xmlns:a16="http://schemas.microsoft.com/office/drawing/2014/main" id="{320A7D46-A899-7A19-03D6-8BBAAE488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8c1997cbfd_0_743:notes">
            <a:extLst>
              <a:ext uri="{FF2B5EF4-FFF2-40B4-BE49-F238E27FC236}">
                <a16:creationId xmlns:a16="http://schemas.microsoft.com/office/drawing/2014/main" id="{93C7C921-650E-42E3-0A6A-123C8E7635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8c1997cbfd_0_743:notes">
            <a:extLst>
              <a:ext uri="{FF2B5EF4-FFF2-40B4-BE49-F238E27FC236}">
                <a16:creationId xmlns:a16="http://schemas.microsoft.com/office/drawing/2014/main" id="{15AB7044-D209-A502-C71A-A09DF501FB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0440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2">
          <a:extLst>
            <a:ext uri="{FF2B5EF4-FFF2-40B4-BE49-F238E27FC236}">
              <a16:creationId xmlns:a16="http://schemas.microsoft.com/office/drawing/2014/main" id="{A097ED0E-2A37-C149-2962-6CFD5257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8c1997cbfd_0_743:notes">
            <a:extLst>
              <a:ext uri="{FF2B5EF4-FFF2-40B4-BE49-F238E27FC236}">
                <a16:creationId xmlns:a16="http://schemas.microsoft.com/office/drawing/2014/main" id="{98C973EF-C993-7635-C4FD-02D17D1B65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8c1997cbfd_0_743:notes">
            <a:extLst>
              <a:ext uri="{FF2B5EF4-FFF2-40B4-BE49-F238E27FC236}">
                <a16:creationId xmlns:a16="http://schemas.microsoft.com/office/drawing/2014/main" id="{0400DCBC-408D-E636-2D12-34301C1DCF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7538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2">
          <a:extLst>
            <a:ext uri="{FF2B5EF4-FFF2-40B4-BE49-F238E27FC236}">
              <a16:creationId xmlns:a16="http://schemas.microsoft.com/office/drawing/2014/main" id="{41276DC5-B9C0-A8F3-D629-885BBB7A8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8c1997cbfd_0_743:notes">
            <a:extLst>
              <a:ext uri="{FF2B5EF4-FFF2-40B4-BE49-F238E27FC236}">
                <a16:creationId xmlns:a16="http://schemas.microsoft.com/office/drawing/2014/main" id="{4E8EE674-CF62-EF06-295A-EBD38A9BAB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8c1997cbfd_0_743:notes">
            <a:extLst>
              <a:ext uri="{FF2B5EF4-FFF2-40B4-BE49-F238E27FC236}">
                <a16:creationId xmlns:a16="http://schemas.microsoft.com/office/drawing/2014/main" id="{F6A6DA0D-603C-17E0-422A-75766CCC54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23818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2">
          <a:extLst>
            <a:ext uri="{FF2B5EF4-FFF2-40B4-BE49-F238E27FC236}">
              <a16:creationId xmlns:a16="http://schemas.microsoft.com/office/drawing/2014/main" id="{D8BF18C8-9A0E-165D-F283-FED7A0B65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8c1997cbfd_0_743:notes">
            <a:extLst>
              <a:ext uri="{FF2B5EF4-FFF2-40B4-BE49-F238E27FC236}">
                <a16:creationId xmlns:a16="http://schemas.microsoft.com/office/drawing/2014/main" id="{A873DC67-A99C-5455-2A75-4679D57199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8c1997cbfd_0_743:notes">
            <a:extLst>
              <a:ext uri="{FF2B5EF4-FFF2-40B4-BE49-F238E27FC236}">
                <a16:creationId xmlns:a16="http://schemas.microsoft.com/office/drawing/2014/main" id="{ABD5E629-841E-EB0B-6CC9-AFD6653435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97737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2">
          <a:extLst>
            <a:ext uri="{FF2B5EF4-FFF2-40B4-BE49-F238E27FC236}">
              <a16:creationId xmlns:a16="http://schemas.microsoft.com/office/drawing/2014/main" id="{0F542B6C-9F53-98B7-C376-74843D28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8c1997cbfd_0_743:notes">
            <a:extLst>
              <a:ext uri="{FF2B5EF4-FFF2-40B4-BE49-F238E27FC236}">
                <a16:creationId xmlns:a16="http://schemas.microsoft.com/office/drawing/2014/main" id="{D9B16FEF-2BB4-6C32-B7F2-A44B2DC8F4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8c1997cbfd_0_743:notes">
            <a:extLst>
              <a:ext uri="{FF2B5EF4-FFF2-40B4-BE49-F238E27FC236}">
                <a16:creationId xmlns:a16="http://schemas.microsoft.com/office/drawing/2014/main" id="{E7A5A062-5AAA-AB79-9EEE-5C608E9C2B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60783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2">
          <a:extLst>
            <a:ext uri="{FF2B5EF4-FFF2-40B4-BE49-F238E27FC236}">
              <a16:creationId xmlns:a16="http://schemas.microsoft.com/office/drawing/2014/main" id="{128D516C-5C4A-793E-9D7D-9239C7F34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8c1997cbfd_0_743:notes">
            <a:extLst>
              <a:ext uri="{FF2B5EF4-FFF2-40B4-BE49-F238E27FC236}">
                <a16:creationId xmlns:a16="http://schemas.microsoft.com/office/drawing/2014/main" id="{FB839CCC-4979-7DEA-1A2F-0263618625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8c1997cbfd_0_743:notes">
            <a:extLst>
              <a:ext uri="{FF2B5EF4-FFF2-40B4-BE49-F238E27FC236}">
                <a16:creationId xmlns:a16="http://schemas.microsoft.com/office/drawing/2014/main" id="{79E634B3-2BBA-D6AC-C9E8-75D98553BE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675132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8c1997cb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8" name="Google Shape;1598;g8c1997cb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g8c1997cbfd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7" name="Google Shape;1617;g8c1997cbfd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8c1997cbf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8c1997cbfd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016381"/>
            <a:ext cx="4079700" cy="24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387619"/>
            <a:ext cx="2350500" cy="7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72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04850"/>
            <a:ext cx="7890600" cy="31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ivvic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 sz="1200"/>
            </a:lvl9pPr>
          </a:lstStyle>
          <a:p>
            <a:endParaRPr/>
          </a:p>
        </p:txBody>
      </p:sp>
      <p:grpSp>
        <p:nvGrpSpPr>
          <p:cNvPr id="17" name="Google Shape;17;p4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18" name="Google Shape;18;p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;p4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24" name="Google Shape;24;p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5162060" y="2286734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5162065" y="2821334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1836640" y="2821334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title" idx="3"/>
          </p:nvPr>
        </p:nvSpPr>
        <p:spPr>
          <a:xfrm>
            <a:off x="1836635" y="2286734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36" name="Google Shape;36;p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41;p5"/>
          <p:cNvGrpSpPr/>
          <p:nvPr/>
        </p:nvGrpSpPr>
        <p:grpSpPr>
          <a:xfrm flipH="1">
            <a:off x="8121500" y="4569046"/>
            <a:ext cx="1022509" cy="572747"/>
            <a:chOff x="-77" y="3784091"/>
            <a:chExt cx="2423582" cy="1357541"/>
          </a:xfrm>
        </p:grpSpPr>
        <p:sp>
          <p:nvSpPr>
            <p:cNvPr id="42" name="Google Shape;42;p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6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50" name="Google Shape;50;p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55;p6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56" name="Google Shape;56;p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4939700" y="1288261"/>
            <a:ext cx="19053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4939700" y="2182538"/>
            <a:ext cx="1905300" cy="18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>
            <a:spLocks noGrp="1"/>
          </p:cNvSpPr>
          <p:nvPr>
            <p:ph type="title"/>
          </p:nvPr>
        </p:nvSpPr>
        <p:spPr>
          <a:xfrm>
            <a:off x="2235000" y="1340850"/>
            <a:ext cx="4674000" cy="24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66" name="Google Shape;66;p8"/>
          <p:cNvGrpSpPr/>
          <p:nvPr/>
        </p:nvGrpSpPr>
        <p:grpSpPr>
          <a:xfrm>
            <a:off x="-77" y="3784091"/>
            <a:ext cx="2423582" cy="1357541"/>
            <a:chOff x="-77" y="3784091"/>
            <a:chExt cx="2423582" cy="1357541"/>
          </a:xfrm>
        </p:grpSpPr>
        <p:sp>
          <p:nvSpPr>
            <p:cNvPr id="67" name="Google Shape;67;p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" name="Google Shape;72;p8"/>
          <p:cNvGrpSpPr/>
          <p:nvPr/>
        </p:nvGrpSpPr>
        <p:grpSpPr>
          <a:xfrm rot="10800000">
            <a:off x="6720423" y="-9"/>
            <a:ext cx="2423582" cy="1357541"/>
            <a:chOff x="-77" y="3784091"/>
            <a:chExt cx="2423582" cy="1357541"/>
          </a:xfrm>
        </p:grpSpPr>
        <p:sp>
          <p:nvSpPr>
            <p:cNvPr id="73" name="Google Shape;73;p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>
            <a:spLocks noGrp="1"/>
          </p:cNvSpPr>
          <p:nvPr>
            <p:ph type="title"/>
          </p:nvPr>
        </p:nvSpPr>
        <p:spPr>
          <a:xfrm>
            <a:off x="1052800" y="1689450"/>
            <a:ext cx="2617200" cy="10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ubTitle" idx="1"/>
          </p:nvPr>
        </p:nvSpPr>
        <p:spPr>
          <a:xfrm>
            <a:off x="1638300" y="2658650"/>
            <a:ext cx="2031600" cy="66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body" idx="2"/>
          </p:nvPr>
        </p:nvSpPr>
        <p:spPr>
          <a:xfrm>
            <a:off x="4001475" y="1440000"/>
            <a:ext cx="4422600" cy="22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82" name="Google Shape;82;p9"/>
          <p:cNvGrpSpPr/>
          <p:nvPr/>
        </p:nvGrpSpPr>
        <p:grpSpPr>
          <a:xfrm>
            <a:off x="720000" y="1013625"/>
            <a:ext cx="95400" cy="3116250"/>
            <a:chOff x="4524300" y="1013625"/>
            <a:chExt cx="95400" cy="3116250"/>
          </a:xfrm>
        </p:grpSpPr>
        <p:sp>
          <p:nvSpPr>
            <p:cNvPr id="83" name="Google Shape;83;p9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9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9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9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>
            <a:spLocks noGrp="1"/>
          </p:cNvSpPr>
          <p:nvPr>
            <p:ph type="title"/>
          </p:nvPr>
        </p:nvSpPr>
        <p:spPr>
          <a:xfrm>
            <a:off x="1552575" y="531500"/>
            <a:ext cx="4714800" cy="15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 hasCustomPrompt="1"/>
          </p:nvPr>
        </p:nvSpPr>
        <p:spPr>
          <a:xfrm>
            <a:off x="1903250" y="1834838"/>
            <a:ext cx="5337600" cy="11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2524200" y="2955575"/>
            <a:ext cx="4095600" cy="35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500"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94" name="Google Shape;94;p11"/>
          <p:cNvGrpSpPr/>
          <p:nvPr/>
        </p:nvGrpSpPr>
        <p:grpSpPr>
          <a:xfrm flipH="1">
            <a:off x="6720423" y="3784091"/>
            <a:ext cx="2423582" cy="1357541"/>
            <a:chOff x="-77" y="3784091"/>
            <a:chExt cx="2423582" cy="1357541"/>
          </a:xfrm>
        </p:grpSpPr>
        <p:sp>
          <p:nvSpPr>
            <p:cNvPr id="95" name="Google Shape;95;p1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" name="Google Shape;100;p11"/>
          <p:cNvGrpSpPr/>
          <p:nvPr/>
        </p:nvGrpSpPr>
        <p:grpSpPr>
          <a:xfrm rot="10800000" flipH="1">
            <a:off x="-77" y="-9"/>
            <a:ext cx="2423582" cy="1357541"/>
            <a:chOff x="-77" y="3784091"/>
            <a:chExt cx="2423582" cy="1357541"/>
          </a:xfrm>
        </p:grpSpPr>
        <p:sp>
          <p:nvSpPr>
            <p:cNvPr id="101" name="Google Shape;101;p1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9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>
            <a:spLocks noGrp="1"/>
          </p:cNvSpPr>
          <p:nvPr>
            <p:ph type="title"/>
          </p:nvPr>
        </p:nvSpPr>
        <p:spPr>
          <a:xfrm>
            <a:off x="1902600" y="1543600"/>
            <a:ext cx="5338800" cy="135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2"/>
          </p:nvPr>
        </p:nvSpPr>
        <p:spPr>
          <a:xfrm>
            <a:off x="1902600" y="2989400"/>
            <a:ext cx="5338800" cy="6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10" name="Google Shape;110;p13"/>
          <p:cNvGrpSpPr/>
          <p:nvPr/>
        </p:nvGrpSpPr>
        <p:grpSpPr>
          <a:xfrm>
            <a:off x="-77" y="3784091"/>
            <a:ext cx="2423582" cy="1357541"/>
            <a:chOff x="-77" y="3784091"/>
            <a:chExt cx="2423582" cy="1357541"/>
          </a:xfrm>
        </p:grpSpPr>
        <p:sp>
          <p:nvSpPr>
            <p:cNvPr id="111" name="Google Shape;111;p1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" name="Google Shape;116;p13"/>
          <p:cNvGrpSpPr/>
          <p:nvPr/>
        </p:nvGrpSpPr>
        <p:grpSpPr>
          <a:xfrm rot="10800000">
            <a:off x="6720423" y="-9"/>
            <a:ext cx="2423582" cy="1357541"/>
            <a:chOff x="-77" y="3784091"/>
            <a:chExt cx="2423582" cy="1357541"/>
          </a:xfrm>
        </p:grpSpPr>
        <p:sp>
          <p:nvSpPr>
            <p:cNvPr id="117" name="Google Shape;117;p1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>
            <a:spLocks noGrp="1"/>
          </p:cNvSpPr>
          <p:nvPr>
            <p:ph type="title"/>
          </p:nvPr>
        </p:nvSpPr>
        <p:spPr>
          <a:xfrm>
            <a:off x="5238260" y="1866750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4"/>
          <p:cNvSpPr txBox="1">
            <a:spLocks noGrp="1"/>
          </p:cNvSpPr>
          <p:nvPr>
            <p:ph type="body" idx="1"/>
          </p:nvPr>
        </p:nvSpPr>
        <p:spPr>
          <a:xfrm>
            <a:off x="5238265" y="2401350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body" idx="2"/>
          </p:nvPr>
        </p:nvSpPr>
        <p:spPr>
          <a:xfrm>
            <a:off x="1760440" y="2401350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 idx="3"/>
          </p:nvPr>
        </p:nvSpPr>
        <p:spPr>
          <a:xfrm>
            <a:off x="1760435" y="1866750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28" name="Google Shape;128;p14"/>
          <p:cNvGrpSpPr/>
          <p:nvPr/>
        </p:nvGrpSpPr>
        <p:grpSpPr>
          <a:xfrm rot="-5400000">
            <a:off x="8346375" y="4345871"/>
            <a:ext cx="1022509" cy="572747"/>
            <a:chOff x="-77" y="3784091"/>
            <a:chExt cx="2423582" cy="1357541"/>
          </a:xfrm>
        </p:grpSpPr>
        <p:sp>
          <p:nvSpPr>
            <p:cNvPr id="129" name="Google Shape;129;p1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" name="Google Shape;134;p14"/>
          <p:cNvGrpSpPr/>
          <p:nvPr/>
        </p:nvGrpSpPr>
        <p:grpSpPr>
          <a:xfrm rot="5400000">
            <a:off x="-224875" y="224871"/>
            <a:ext cx="1022509" cy="572747"/>
            <a:chOff x="-77" y="3784091"/>
            <a:chExt cx="2423582" cy="1357541"/>
          </a:xfrm>
        </p:grpSpPr>
        <p:sp>
          <p:nvSpPr>
            <p:cNvPr id="135" name="Google Shape;135;p1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5"/>
          <p:cNvSpPr txBox="1">
            <a:spLocks noGrp="1"/>
          </p:cNvSpPr>
          <p:nvPr>
            <p:ph type="title" idx="2" hasCustomPrompt="1"/>
          </p:nvPr>
        </p:nvSpPr>
        <p:spPr>
          <a:xfrm>
            <a:off x="12120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43" name="Google Shape;143;p15"/>
          <p:cNvSpPr txBox="1">
            <a:spLocks noGrp="1"/>
          </p:cNvSpPr>
          <p:nvPr>
            <p:ph type="title" idx="3" hasCustomPrompt="1"/>
          </p:nvPr>
        </p:nvSpPr>
        <p:spPr>
          <a:xfrm>
            <a:off x="31211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44" name="Google Shape;144;p15"/>
          <p:cNvSpPr txBox="1">
            <a:spLocks noGrp="1"/>
          </p:cNvSpPr>
          <p:nvPr>
            <p:ph type="title" idx="4" hasCustomPrompt="1"/>
          </p:nvPr>
        </p:nvSpPr>
        <p:spPr>
          <a:xfrm>
            <a:off x="50302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45" name="Google Shape;145;p15"/>
          <p:cNvSpPr txBox="1">
            <a:spLocks noGrp="1"/>
          </p:cNvSpPr>
          <p:nvPr>
            <p:ph type="title" idx="5" hasCustomPrompt="1"/>
          </p:nvPr>
        </p:nvSpPr>
        <p:spPr>
          <a:xfrm>
            <a:off x="69393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46" name="Google Shape;146;p15"/>
          <p:cNvSpPr txBox="1">
            <a:spLocks noGrp="1"/>
          </p:cNvSpPr>
          <p:nvPr>
            <p:ph type="subTitle" idx="1"/>
          </p:nvPr>
        </p:nvSpPr>
        <p:spPr>
          <a:xfrm>
            <a:off x="1147475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subTitle" idx="6"/>
          </p:nvPr>
        </p:nvSpPr>
        <p:spPr>
          <a:xfrm>
            <a:off x="3056550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5"/>
          <p:cNvSpPr txBox="1">
            <a:spLocks noGrp="1"/>
          </p:cNvSpPr>
          <p:nvPr>
            <p:ph type="subTitle" idx="7"/>
          </p:nvPr>
        </p:nvSpPr>
        <p:spPr>
          <a:xfrm>
            <a:off x="4965625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5"/>
          <p:cNvSpPr txBox="1">
            <a:spLocks noGrp="1"/>
          </p:cNvSpPr>
          <p:nvPr>
            <p:ph type="subTitle" idx="8"/>
          </p:nvPr>
        </p:nvSpPr>
        <p:spPr>
          <a:xfrm>
            <a:off x="6874700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5"/>
          <p:cNvSpPr txBox="1">
            <a:spLocks noGrp="1"/>
          </p:cNvSpPr>
          <p:nvPr>
            <p:ph type="subTitle" idx="9"/>
          </p:nvPr>
        </p:nvSpPr>
        <p:spPr>
          <a:xfrm>
            <a:off x="1041500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5"/>
          <p:cNvSpPr txBox="1">
            <a:spLocks noGrp="1"/>
          </p:cNvSpPr>
          <p:nvPr>
            <p:ph type="subTitle" idx="13"/>
          </p:nvPr>
        </p:nvSpPr>
        <p:spPr>
          <a:xfrm>
            <a:off x="2925197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5"/>
          <p:cNvSpPr txBox="1">
            <a:spLocks noGrp="1"/>
          </p:cNvSpPr>
          <p:nvPr>
            <p:ph type="subTitle" idx="14"/>
          </p:nvPr>
        </p:nvSpPr>
        <p:spPr>
          <a:xfrm>
            <a:off x="4885095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5"/>
          <p:cNvSpPr txBox="1">
            <a:spLocks noGrp="1"/>
          </p:cNvSpPr>
          <p:nvPr>
            <p:ph type="subTitle" idx="15"/>
          </p:nvPr>
        </p:nvSpPr>
        <p:spPr>
          <a:xfrm>
            <a:off x="6768792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4" name="Google Shape;154;p15"/>
          <p:cNvGrpSpPr/>
          <p:nvPr/>
        </p:nvGrpSpPr>
        <p:grpSpPr>
          <a:xfrm rot="-5400000">
            <a:off x="8346375" y="4345871"/>
            <a:ext cx="1022509" cy="572747"/>
            <a:chOff x="-77" y="3784091"/>
            <a:chExt cx="2423582" cy="1357541"/>
          </a:xfrm>
        </p:grpSpPr>
        <p:sp>
          <p:nvSpPr>
            <p:cNvPr id="155" name="Google Shape;155;p1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" name="Google Shape;160;p15"/>
          <p:cNvGrpSpPr/>
          <p:nvPr/>
        </p:nvGrpSpPr>
        <p:grpSpPr>
          <a:xfrm rot="5400000">
            <a:off x="-224875" y="224871"/>
            <a:ext cx="1022509" cy="572747"/>
            <a:chOff x="-77" y="3784091"/>
            <a:chExt cx="2423582" cy="1357541"/>
          </a:xfrm>
        </p:grpSpPr>
        <p:sp>
          <p:nvSpPr>
            <p:cNvPr id="161" name="Google Shape;161;p1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5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6"/>
          <p:cNvSpPr txBox="1">
            <a:spLocks noGrp="1"/>
          </p:cNvSpPr>
          <p:nvPr>
            <p:ph type="subTitle" idx="1"/>
          </p:nvPr>
        </p:nvSpPr>
        <p:spPr>
          <a:xfrm>
            <a:off x="719700" y="243492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69" name="Google Shape;169;p16"/>
          <p:cNvSpPr txBox="1">
            <a:spLocks noGrp="1"/>
          </p:cNvSpPr>
          <p:nvPr>
            <p:ph type="subTitle" idx="2"/>
          </p:nvPr>
        </p:nvSpPr>
        <p:spPr>
          <a:xfrm>
            <a:off x="719850" y="2734827"/>
            <a:ext cx="23169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6"/>
          <p:cNvSpPr txBox="1">
            <a:spLocks noGrp="1"/>
          </p:cNvSpPr>
          <p:nvPr>
            <p:ph type="subTitle" idx="3"/>
          </p:nvPr>
        </p:nvSpPr>
        <p:spPr>
          <a:xfrm>
            <a:off x="3413619" y="24349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71" name="Google Shape;171;p16"/>
          <p:cNvSpPr txBox="1">
            <a:spLocks noGrp="1"/>
          </p:cNvSpPr>
          <p:nvPr>
            <p:ph type="subTitle" idx="4"/>
          </p:nvPr>
        </p:nvSpPr>
        <p:spPr>
          <a:xfrm>
            <a:off x="3413619" y="2734827"/>
            <a:ext cx="23169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6"/>
          <p:cNvSpPr txBox="1">
            <a:spLocks noGrp="1"/>
          </p:cNvSpPr>
          <p:nvPr>
            <p:ph type="subTitle" idx="5"/>
          </p:nvPr>
        </p:nvSpPr>
        <p:spPr>
          <a:xfrm>
            <a:off x="6107075" y="24349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subTitle" idx="6"/>
          </p:nvPr>
        </p:nvSpPr>
        <p:spPr>
          <a:xfrm>
            <a:off x="6107075" y="2734827"/>
            <a:ext cx="23169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4" name="Google Shape;174;p16"/>
          <p:cNvGrpSpPr/>
          <p:nvPr/>
        </p:nvGrpSpPr>
        <p:grpSpPr>
          <a:xfrm rot="5400000" flipH="1">
            <a:off x="-224875" y="4345871"/>
            <a:ext cx="1022509" cy="572747"/>
            <a:chOff x="-77" y="3784091"/>
            <a:chExt cx="2423582" cy="1357541"/>
          </a:xfrm>
        </p:grpSpPr>
        <p:sp>
          <p:nvSpPr>
            <p:cNvPr id="175" name="Google Shape;175;p1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" name="Google Shape;180;p16"/>
          <p:cNvGrpSpPr/>
          <p:nvPr/>
        </p:nvGrpSpPr>
        <p:grpSpPr>
          <a:xfrm rot="-5400000" flipH="1">
            <a:off x="8346375" y="224871"/>
            <a:ext cx="1022509" cy="572747"/>
            <a:chOff x="-77" y="3784091"/>
            <a:chExt cx="2423582" cy="1357541"/>
          </a:xfrm>
        </p:grpSpPr>
        <p:sp>
          <p:nvSpPr>
            <p:cNvPr id="181" name="Google Shape;181;p16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5_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subTitle" idx="1"/>
          </p:nvPr>
        </p:nvSpPr>
        <p:spPr>
          <a:xfrm>
            <a:off x="719975" y="3205013"/>
            <a:ext cx="1282200" cy="12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subTitle" idx="2"/>
          </p:nvPr>
        </p:nvSpPr>
        <p:spPr>
          <a:xfrm>
            <a:off x="3964163" y="3205013"/>
            <a:ext cx="1282200" cy="12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subTitle" idx="3"/>
          </p:nvPr>
        </p:nvSpPr>
        <p:spPr>
          <a:xfrm>
            <a:off x="7141825" y="3205013"/>
            <a:ext cx="1282200" cy="12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subTitle" idx="4"/>
          </p:nvPr>
        </p:nvSpPr>
        <p:spPr>
          <a:xfrm>
            <a:off x="719975" y="2931341"/>
            <a:ext cx="1282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7"/>
          <p:cNvSpPr txBox="1">
            <a:spLocks noGrp="1"/>
          </p:cNvSpPr>
          <p:nvPr>
            <p:ph type="subTitle" idx="5"/>
          </p:nvPr>
        </p:nvSpPr>
        <p:spPr>
          <a:xfrm>
            <a:off x="7141825" y="2931341"/>
            <a:ext cx="1282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7"/>
          <p:cNvSpPr txBox="1">
            <a:spLocks noGrp="1"/>
          </p:cNvSpPr>
          <p:nvPr>
            <p:ph type="subTitle" idx="6"/>
          </p:nvPr>
        </p:nvSpPr>
        <p:spPr>
          <a:xfrm>
            <a:off x="3964163" y="2931341"/>
            <a:ext cx="1282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17"/>
          <p:cNvGrpSpPr/>
          <p:nvPr/>
        </p:nvGrpSpPr>
        <p:grpSpPr>
          <a:xfrm rot="-5400000" flipH="1">
            <a:off x="8346375" y="224871"/>
            <a:ext cx="1022509" cy="572747"/>
            <a:chOff x="-77" y="3784091"/>
            <a:chExt cx="2423582" cy="1357541"/>
          </a:xfrm>
        </p:grpSpPr>
        <p:sp>
          <p:nvSpPr>
            <p:cNvPr id="195" name="Google Shape;195;p17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" name="Google Shape;200;p17"/>
          <p:cNvGrpSpPr/>
          <p:nvPr/>
        </p:nvGrpSpPr>
        <p:grpSpPr>
          <a:xfrm rot="5400000" flipH="1">
            <a:off x="-224875" y="4345871"/>
            <a:ext cx="1022509" cy="572747"/>
            <a:chOff x="-77" y="3784091"/>
            <a:chExt cx="2423582" cy="1357541"/>
          </a:xfrm>
        </p:grpSpPr>
        <p:sp>
          <p:nvSpPr>
            <p:cNvPr id="201" name="Google Shape;201;p17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5_1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subTitle" idx="1"/>
          </p:nvPr>
        </p:nvSpPr>
        <p:spPr>
          <a:xfrm>
            <a:off x="1842250" y="1618793"/>
            <a:ext cx="16827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subTitle" idx="2"/>
          </p:nvPr>
        </p:nvSpPr>
        <p:spPr>
          <a:xfrm>
            <a:off x="1417550" y="1918700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32004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subTitle" idx="3"/>
          </p:nvPr>
        </p:nvSpPr>
        <p:spPr>
          <a:xfrm>
            <a:off x="1842594" y="2942429"/>
            <a:ext cx="16824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subTitle" idx="4"/>
          </p:nvPr>
        </p:nvSpPr>
        <p:spPr>
          <a:xfrm>
            <a:off x="1417574" y="3242325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40812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ubTitle" idx="5"/>
          </p:nvPr>
        </p:nvSpPr>
        <p:spPr>
          <a:xfrm>
            <a:off x="5618913" y="2942429"/>
            <a:ext cx="16824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13" name="Google Shape;213;p18"/>
          <p:cNvSpPr txBox="1">
            <a:spLocks noGrp="1"/>
          </p:cNvSpPr>
          <p:nvPr>
            <p:ph type="subTitle" idx="6"/>
          </p:nvPr>
        </p:nvSpPr>
        <p:spPr>
          <a:xfrm>
            <a:off x="5618975" y="3242325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8"/>
          <p:cNvSpPr txBox="1">
            <a:spLocks noGrp="1"/>
          </p:cNvSpPr>
          <p:nvPr>
            <p:ph type="subTitle" idx="7"/>
          </p:nvPr>
        </p:nvSpPr>
        <p:spPr>
          <a:xfrm>
            <a:off x="5618957" y="1618793"/>
            <a:ext cx="16824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subTitle" idx="8"/>
          </p:nvPr>
        </p:nvSpPr>
        <p:spPr>
          <a:xfrm>
            <a:off x="5619026" y="1918700"/>
            <a:ext cx="21075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32004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6" name="Google Shape;216;p18"/>
          <p:cNvGrpSpPr/>
          <p:nvPr/>
        </p:nvGrpSpPr>
        <p:grpSpPr>
          <a:xfrm rot="-5400000" flipH="1">
            <a:off x="8346375" y="224871"/>
            <a:ext cx="1022509" cy="572747"/>
            <a:chOff x="-77" y="3784091"/>
            <a:chExt cx="2423582" cy="1357541"/>
          </a:xfrm>
        </p:grpSpPr>
        <p:sp>
          <p:nvSpPr>
            <p:cNvPr id="217" name="Google Shape;217;p1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" name="Google Shape;222;p18"/>
          <p:cNvGrpSpPr/>
          <p:nvPr/>
        </p:nvGrpSpPr>
        <p:grpSpPr>
          <a:xfrm rot="5400000" flipH="1">
            <a:off x="-224875" y="4345871"/>
            <a:ext cx="1022509" cy="572747"/>
            <a:chOff x="-77" y="3784091"/>
            <a:chExt cx="2423582" cy="1357541"/>
          </a:xfrm>
        </p:grpSpPr>
        <p:sp>
          <p:nvSpPr>
            <p:cNvPr id="223" name="Google Shape;223;p18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8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5_1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19"/>
          <p:cNvSpPr txBox="1">
            <a:spLocks noGrp="1"/>
          </p:cNvSpPr>
          <p:nvPr>
            <p:ph type="subTitle" idx="1"/>
          </p:nvPr>
        </p:nvSpPr>
        <p:spPr>
          <a:xfrm>
            <a:off x="4211675" y="142988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19"/>
          <p:cNvSpPr txBox="1">
            <a:spLocks noGrp="1"/>
          </p:cNvSpPr>
          <p:nvPr>
            <p:ph type="title" idx="2" hasCustomPrompt="1"/>
          </p:nvPr>
        </p:nvSpPr>
        <p:spPr>
          <a:xfrm>
            <a:off x="3331225" y="1443350"/>
            <a:ext cx="804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32" name="Google Shape;232;p19"/>
          <p:cNvSpPr txBox="1">
            <a:spLocks noGrp="1"/>
          </p:cNvSpPr>
          <p:nvPr>
            <p:ph type="subTitle" idx="3"/>
          </p:nvPr>
        </p:nvSpPr>
        <p:spPr>
          <a:xfrm>
            <a:off x="4211675" y="1694759"/>
            <a:ext cx="2316900" cy="3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19"/>
          <p:cNvSpPr txBox="1">
            <a:spLocks noGrp="1"/>
          </p:cNvSpPr>
          <p:nvPr>
            <p:ph type="subTitle" idx="4"/>
          </p:nvPr>
        </p:nvSpPr>
        <p:spPr>
          <a:xfrm>
            <a:off x="4211675" y="2521206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9"/>
          <p:cNvSpPr txBox="1">
            <a:spLocks noGrp="1"/>
          </p:cNvSpPr>
          <p:nvPr>
            <p:ph type="title" idx="5" hasCustomPrompt="1"/>
          </p:nvPr>
        </p:nvSpPr>
        <p:spPr>
          <a:xfrm>
            <a:off x="3331225" y="2515672"/>
            <a:ext cx="804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35" name="Google Shape;235;p19"/>
          <p:cNvSpPr txBox="1">
            <a:spLocks noGrp="1"/>
          </p:cNvSpPr>
          <p:nvPr>
            <p:ph type="subTitle" idx="6"/>
          </p:nvPr>
        </p:nvSpPr>
        <p:spPr>
          <a:xfrm>
            <a:off x="4211675" y="2786080"/>
            <a:ext cx="2316900" cy="3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19"/>
          <p:cNvSpPr txBox="1">
            <a:spLocks noGrp="1"/>
          </p:cNvSpPr>
          <p:nvPr>
            <p:ph type="subTitle" idx="7"/>
          </p:nvPr>
        </p:nvSpPr>
        <p:spPr>
          <a:xfrm>
            <a:off x="4211825" y="3612527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19"/>
          <p:cNvSpPr txBox="1">
            <a:spLocks noGrp="1"/>
          </p:cNvSpPr>
          <p:nvPr>
            <p:ph type="title" idx="8" hasCustomPrompt="1"/>
          </p:nvPr>
        </p:nvSpPr>
        <p:spPr>
          <a:xfrm>
            <a:off x="3331225" y="3612527"/>
            <a:ext cx="804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38" name="Google Shape;238;p19"/>
          <p:cNvSpPr txBox="1">
            <a:spLocks noGrp="1"/>
          </p:cNvSpPr>
          <p:nvPr>
            <p:ph type="subTitle" idx="9"/>
          </p:nvPr>
        </p:nvSpPr>
        <p:spPr>
          <a:xfrm>
            <a:off x="4211825" y="3877401"/>
            <a:ext cx="2316900" cy="3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39" name="Google Shape;239;p19"/>
          <p:cNvGrpSpPr/>
          <p:nvPr/>
        </p:nvGrpSpPr>
        <p:grpSpPr>
          <a:xfrm>
            <a:off x="-77" y="3784091"/>
            <a:ext cx="2423582" cy="1357541"/>
            <a:chOff x="-77" y="3784091"/>
            <a:chExt cx="2423582" cy="1357541"/>
          </a:xfrm>
        </p:grpSpPr>
        <p:sp>
          <p:nvSpPr>
            <p:cNvPr id="240" name="Google Shape;240;p19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5" name="Google Shape;245;p19"/>
          <p:cNvGrpSpPr/>
          <p:nvPr/>
        </p:nvGrpSpPr>
        <p:grpSpPr>
          <a:xfrm rot="10800000">
            <a:off x="6720423" y="-9"/>
            <a:ext cx="2423582" cy="1357541"/>
            <a:chOff x="-77" y="3784091"/>
            <a:chExt cx="2423582" cy="1357541"/>
          </a:xfrm>
        </p:grpSpPr>
        <p:sp>
          <p:nvSpPr>
            <p:cNvPr id="246" name="Google Shape;246;p19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 txBox="1">
            <a:spLocks noGrp="1"/>
          </p:cNvSpPr>
          <p:nvPr>
            <p:ph type="subTitle" idx="1"/>
          </p:nvPr>
        </p:nvSpPr>
        <p:spPr>
          <a:xfrm>
            <a:off x="719600" y="177062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0"/>
          <p:cNvSpPr txBox="1">
            <a:spLocks noGrp="1"/>
          </p:cNvSpPr>
          <p:nvPr>
            <p:ph type="title" idx="2" hasCustomPrompt="1"/>
          </p:nvPr>
        </p:nvSpPr>
        <p:spPr>
          <a:xfrm>
            <a:off x="1329200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55" name="Google Shape;255;p20"/>
          <p:cNvSpPr txBox="1">
            <a:spLocks noGrp="1"/>
          </p:cNvSpPr>
          <p:nvPr>
            <p:ph type="subTitle" idx="3"/>
          </p:nvPr>
        </p:nvSpPr>
        <p:spPr>
          <a:xfrm>
            <a:off x="720100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0"/>
          <p:cNvSpPr txBox="1">
            <a:spLocks noGrp="1"/>
          </p:cNvSpPr>
          <p:nvPr>
            <p:ph type="subTitle" idx="4"/>
          </p:nvPr>
        </p:nvSpPr>
        <p:spPr>
          <a:xfrm>
            <a:off x="3413500" y="17706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0"/>
          <p:cNvSpPr txBox="1">
            <a:spLocks noGrp="1"/>
          </p:cNvSpPr>
          <p:nvPr>
            <p:ph type="title" idx="5" hasCustomPrompt="1"/>
          </p:nvPr>
        </p:nvSpPr>
        <p:spPr>
          <a:xfrm>
            <a:off x="4023025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58" name="Google Shape;258;p20"/>
          <p:cNvSpPr txBox="1">
            <a:spLocks noGrp="1"/>
          </p:cNvSpPr>
          <p:nvPr>
            <p:ph type="subTitle" idx="6"/>
          </p:nvPr>
        </p:nvSpPr>
        <p:spPr>
          <a:xfrm>
            <a:off x="3413738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20"/>
          <p:cNvSpPr txBox="1">
            <a:spLocks noGrp="1"/>
          </p:cNvSpPr>
          <p:nvPr>
            <p:ph type="subTitle" idx="7"/>
          </p:nvPr>
        </p:nvSpPr>
        <p:spPr>
          <a:xfrm>
            <a:off x="6107050" y="17706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20"/>
          <p:cNvSpPr txBox="1">
            <a:spLocks noGrp="1"/>
          </p:cNvSpPr>
          <p:nvPr>
            <p:ph type="title" idx="8" hasCustomPrompt="1"/>
          </p:nvPr>
        </p:nvSpPr>
        <p:spPr>
          <a:xfrm>
            <a:off x="6716550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1" name="Google Shape;261;p20"/>
          <p:cNvSpPr txBox="1">
            <a:spLocks noGrp="1"/>
          </p:cNvSpPr>
          <p:nvPr>
            <p:ph type="subTitle" idx="9"/>
          </p:nvPr>
        </p:nvSpPr>
        <p:spPr>
          <a:xfrm>
            <a:off x="6107101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0"/>
          <p:cNvSpPr txBox="1">
            <a:spLocks noGrp="1"/>
          </p:cNvSpPr>
          <p:nvPr>
            <p:ph type="subTitle" idx="13"/>
          </p:nvPr>
        </p:nvSpPr>
        <p:spPr>
          <a:xfrm>
            <a:off x="719600" y="3395477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20"/>
          <p:cNvSpPr txBox="1">
            <a:spLocks noGrp="1"/>
          </p:cNvSpPr>
          <p:nvPr>
            <p:ph type="title" idx="14" hasCustomPrompt="1"/>
          </p:nvPr>
        </p:nvSpPr>
        <p:spPr>
          <a:xfrm>
            <a:off x="1329200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4" name="Google Shape;264;p20"/>
          <p:cNvSpPr txBox="1">
            <a:spLocks noGrp="1"/>
          </p:cNvSpPr>
          <p:nvPr>
            <p:ph type="subTitle" idx="15"/>
          </p:nvPr>
        </p:nvSpPr>
        <p:spPr>
          <a:xfrm>
            <a:off x="720100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0"/>
          <p:cNvSpPr txBox="1">
            <a:spLocks noGrp="1"/>
          </p:cNvSpPr>
          <p:nvPr>
            <p:ph type="subTitle" idx="16"/>
          </p:nvPr>
        </p:nvSpPr>
        <p:spPr>
          <a:xfrm>
            <a:off x="3413400" y="3395477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20"/>
          <p:cNvSpPr txBox="1">
            <a:spLocks noGrp="1"/>
          </p:cNvSpPr>
          <p:nvPr>
            <p:ph type="title" idx="17" hasCustomPrompt="1"/>
          </p:nvPr>
        </p:nvSpPr>
        <p:spPr>
          <a:xfrm>
            <a:off x="4023025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7" name="Google Shape;267;p20"/>
          <p:cNvSpPr txBox="1">
            <a:spLocks noGrp="1"/>
          </p:cNvSpPr>
          <p:nvPr>
            <p:ph type="subTitle" idx="18"/>
          </p:nvPr>
        </p:nvSpPr>
        <p:spPr>
          <a:xfrm>
            <a:off x="3413738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0"/>
          <p:cNvSpPr txBox="1">
            <a:spLocks noGrp="1"/>
          </p:cNvSpPr>
          <p:nvPr>
            <p:ph type="subTitle" idx="19"/>
          </p:nvPr>
        </p:nvSpPr>
        <p:spPr>
          <a:xfrm>
            <a:off x="6107050" y="339547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0"/>
          <p:cNvSpPr txBox="1">
            <a:spLocks noGrp="1"/>
          </p:cNvSpPr>
          <p:nvPr>
            <p:ph type="title" idx="20" hasCustomPrompt="1"/>
          </p:nvPr>
        </p:nvSpPr>
        <p:spPr>
          <a:xfrm>
            <a:off x="6716550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70" name="Google Shape;270;p20"/>
          <p:cNvSpPr txBox="1">
            <a:spLocks noGrp="1"/>
          </p:cNvSpPr>
          <p:nvPr>
            <p:ph type="subTitle" idx="21"/>
          </p:nvPr>
        </p:nvSpPr>
        <p:spPr>
          <a:xfrm>
            <a:off x="6107101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71" name="Google Shape;271;p20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272" name="Google Shape;272;p20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7" name="Google Shape;277;p20"/>
          <p:cNvGrpSpPr/>
          <p:nvPr/>
        </p:nvGrpSpPr>
        <p:grpSpPr>
          <a:xfrm flipH="1">
            <a:off x="8121500" y="4569046"/>
            <a:ext cx="1022509" cy="572747"/>
            <a:chOff x="-77" y="3784091"/>
            <a:chExt cx="2423582" cy="1357541"/>
          </a:xfrm>
        </p:grpSpPr>
        <p:sp>
          <p:nvSpPr>
            <p:cNvPr id="278" name="Google Shape;278;p20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2_1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1"/>
          <p:cNvSpPr txBox="1">
            <a:spLocks noGrp="1"/>
          </p:cNvSpPr>
          <p:nvPr>
            <p:ph type="subTitle" idx="1"/>
          </p:nvPr>
        </p:nvSpPr>
        <p:spPr>
          <a:xfrm>
            <a:off x="1410963" y="1499611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2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21"/>
          <p:cNvSpPr txBox="1">
            <a:spLocks noGrp="1"/>
          </p:cNvSpPr>
          <p:nvPr>
            <p:ph type="subTitle" idx="2"/>
          </p:nvPr>
        </p:nvSpPr>
        <p:spPr>
          <a:xfrm>
            <a:off x="1411463" y="1799502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21"/>
          <p:cNvSpPr txBox="1">
            <a:spLocks noGrp="1"/>
          </p:cNvSpPr>
          <p:nvPr>
            <p:ph type="subTitle" idx="3"/>
          </p:nvPr>
        </p:nvSpPr>
        <p:spPr>
          <a:xfrm>
            <a:off x="1410988" y="2526349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21"/>
          <p:cNvSpPr txBox="1">
            <a:spLocks noGrp="1"/>
          </p:cNvSpPr>
          <p:nvPr>
            <p:ph type="subTitle" idx="4"/>
          </p:nvPr>
        </p:nvSpPr>
        <p:spPr>
          <a:xfrm>
            <a:off x="1411225" y="2826240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1"/>
          <p:cNvSpPr txBox="1">
            <a:spLocks noGrp="1"/>
          </p:cNvSpPr>
          <p:nvPr>
            <p:ph type="subTitle" idx="5"/>
          </p:nvPr>
        </p:nvSpPr>
        <p:spPr>
          <a:xfrm>
            <a:off x="5415963" y="1499611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21"/>
          <p:cNvSpPr txBox="1">
            <a:spLocks noGrp="1"/>
          </p:cNvSpPr>
          <p:nvPr>
            <p:ph type="subTitle" idx="6"/>
          </p:nvPr>
        </p:nvSpPr>
        <p:spPr>
          <a:xfrm>
            <a:off x="5416013" y="1799502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332101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1"/>
          <p:cNvSpPr txBox="1">
            <a:spLocks noGrp="1"/>
          </p:cNvSpPr>
          <p:nvPr>
            <p:ph type="subTitle" idx="7"/>
          </p:nvPr>
        </p:nvSpPr>
        <p:spPr>
          <a:xfrm>
            <a:off x="1410963" y="3553089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1"/>
          <p:cNvSpPr txBox="1">
            <a:spLocks noGrp="1"/>
          </p:cNvSpPr>
          <p:nvPr>
            <p:ph type="subTitle" idx="8"/>
          </p:nvPr>
        </p:nvSpPr>
        <p:spPr>
          <a:xfrm>
            <a:off x="1411463" y="3852989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1"/>
          <p:cNvSpPr txBox="1">
            <a:spLocks noGrp="1"/>
          </p:cNvSpPr>
          <p:nvPr>
            <p:ph type="subTitle" idx="9"/>
          </p:nvPr>
        </p:nvSpPr>
        <p:spPr>
          <a:xfrm>
            <a:off x="5415788" y="2526351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21"/>
          <p:cNvSpPr txBox="1">
            <a:spLocks noGrp="1"/>
          </p:cNvSpPr>
          <p:nvPr>
            <p:ph type="subTitle" idx="13"/>
          </p:nvPr>
        </p:nvSpPr>
        <p:spPr>
          <a:xfrm>
            <a:off x="5416125" y="2826251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1"/>
          <p:cNvSpPr txBox="1">
            <a:spLocks noGrp="1"/>
          </p:cNvSpPr>
          <p:nvPr>
            <p:ph type="subTitle" idx="14"/>
          </p:nvPr>
        </p:nvSpPr>
        <p:spPr>
          <a:xfrm>
            <a:off x="5415963" y="3553087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21"/>
          <p:cNvSpPr txBox="1">
            <a:spLocks noGrp="1"/>
          </p:cNvSpPr>
          <p:nvPr>
            <p:ph type="subTitle" idx="15"/>
          </p:nvPr>
        </p:nvSpPr>
        <p:spPr>
          <a:xfrm>
            <a:off x="5416013" y="3852989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7" name="Google Shape;297;p21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298" name="Google Shape;298;p2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" name="Google Shape;303;p21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304" name="Google Shape;304;p2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22"/>
          <p:cNvGrpSpPr/>
          <p:nvPr/>
        </p:nvGrpSpPr>
        <p:grpSpPr>
          <a:xfrm>
            <a:off x="-9" y="1669058"/>
            <a:ext cx="2781383" cy="1805382"/>
            <a:chOff x="8024127" y="984378"/>
            <a:chExt cx="2502369" cy="1624275"/>
          </a:xfrm>
        </p:grpSpPr>
        <p:sp>
          <p:nvSpPr>
            <p:cNvPr id="311" name="Google Shape;311;p22"/>
            <p:cNvSpPr/>
            <p:nvPr/>
          </p:nvSpPr>
          <p:spPr>
            <a:xfrm>
              <a:off x="8647339" y="2562003"/>
              <a:ext cx="65709" cy="30106"/>
            </a:xfrm>
            <a:custGeom>
              <a:avLst/>
              <a:gdLst/>
              <a:ahLst/>
              <a:cxnLst/>
              <a:rect l="l" t="t" r="r" b="b"/>
              <a:pathLst>
                <a:path w="2259" h="1035" extrusionOk="0">
                  <a:moveTo>
                    <a:pt x="125" y="899"/>
                  </a:moveTo>
                  <a:lnTo>
                    <a:pt x="125" y="899"/>
                  </a:lnTo>
                  <a:cubicBezTo>
                    <a:pt x="132" y="943"/>
                    <a:pt x="142" y="989"/>
                    <a:pt x="157" y="1035"/>
                  </a:cubicBezTo>
                  <a:cubicBezTo>
                    <a:pt x="157" y="1001"/>
                    <a:pt x="157" y="1001"/>
                    <a:pt x="157" y="1001"/>
                  </a:cubicBezTo>
                  <a:cubicBezTo>
                    <a:pt x="144" y="967"/>
                    <a:pt x="133" y="933"/>
                    <a:pt x="125" y="899"/>
                  </a:cubicBezTo>
                  <a:close/>
                  <a:moveTo>
                    <a:pt x="891" y="1"/>
                  </a:moveTo>
                  <a:cubicBezTo>
                    <a:pt x="329" y="1"/>
                    <a:pt x="1" y="409"/>
                    <a:pt x="125" y="899"/>
                  </a:cubicBezTo>
                  <a:lnTo>
                    <a:pt x="125" y="899"/>
                  </a:lnTo>
                  <a:cubicBezTo>
                    <a:pt x="49" y="429"/>
                    <a:pt x="373" y="67"/>
                    <a:pt x="891" y="67"/>
                  </a:cubicBezTo>
                  <a:cubicBezTo>
                    <a:pt x="1491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58" y="1"/>
                    <a:pt x="891" y="1"/>
                  </a:cubicBezTo>
                  <a:close/>
                </a:path>
              </a:pathLst>
            </a:custGeom>
            <a:solidFill>
              <a:srgbClr val="FFF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8759904" y="2562003"/>
              <a:ext cx="65680" cy="30106"/>
            </a:xfrm>
            <a:custGeom>
              <a:avLst/>
              <a:gdLst/>
              <a:ahLst/>
              <a:cxnLst/>
              <a:rect l="l" t="t" r="r" b="b"/>
              <a:pathLst>
                <a:path w="2258" h="1035" extrusionOk="0">
                  <a:moveTo>
                    <a:pt x="124" y="899"/>
                  </a:moveTo>
                  <a:cubicBezTo>
                    <a:pt x="131" y="943"/>
                    <a:pt x="142" y="989"/>
                    <a:pt x="156" y="1035"/>
                  </a:cubicBezTo>
                  <a:cubicBezTo>
                    <a:pt x="156" y="1001"/>
                    <a:pt x="156" y="1001"/>
                    <a:pt x="156" y="1001"/>
                  </a:cubicBezTo>
                  <a:cubicBezTo>
                    <a:pt x="143" y="967"/>
                    <a:pt x="133" y="933"/>
                    <a:pt x="124" y="899"/>
                  </a:cubicBezTo>
                  <a:close/>
                  <a:moveTo>
                    <a:pt x="890" y="1"/>
                  </a:moveTo>
                  <a:cubicBezTo>
                    <a:pt x="328" y="1"/>
                    <a:pt x="0" y="409"/>
                    <a:pt x="124" y="899"/>
                  </a:cubicBezTo>
                  <a:lnTo>
                    <a:pt x="124" y="899"/>
                  </a:lnTo>
                  <a:cubicBezTo>
                    <a:pt x="49" y="429"/>
                    <a:pt x="372" y="67"/>
                    <a:pt x="890" y="67"/>
                  </a:cubicBezTo>
                  <a:cubicBezTo>
                    <a:pt x="1490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57" y="1"/>
                    <a:pt x="890" y="1"/>
                  </a:cubicBezTo>
                  <a:close/>
                </a:path>
              </a:pathLst>
            </a:custGeom>
            <a:solidFill>
              <a:srgbClr val="FF52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2"/>
            <p:cNvSpPr/>
            <p:nvPr/>
          </p:nvSpPr>
          <p:spPr>
            <a:xfrm>
              <a:off x="8872440" y="2562003"/>
              <a:ext cx="65709" cy="30106"/>
            </a:xfrm>
            <a:custGeom>
              <a:avLst/>
              <a:gdLst/>
              <a:ahLst/>
              <a:cxnLst/>
              <a:rect l="l" t="t" r="r" b="b"/>
              <a:pathLst>
                <a:path w="2259" h="1035" extrusionOk="0">
                  <a:moveTo>
                    <a:pt x="124" y="899"/>
                  </a:moveTo>
                  <a:cubicBezTo>
                    <a:pt x="131" y="943"/>
                    <a:pt x="142" y="989"/>
                    <a:pt x="157" y="1035"/>
                  </a:cubicBezTo>
                  <a:cubicBezTo>
                    <a:pt x="157" y="1001"/>
                    <a:pt x="157" y="1001"/>
                    <a:pt x="157" y="1001"/>
                  </a:cubicBezTo>
                  <a:cubicBezTo>
                    <a:pt x="144" y="967"/>
                    <a:pt x="133" y="933"/>
                    <a:pt x="124" y="899"/>
                  </a:cubicBezTo>
                  <a:close/>
                  <a:moveTo>
                    <a:pt x="890" y="1"/>
                  </a:moveTo>
                  <a:cubicBezTo>
                    <a:pt x="329" y="1"/>
                    <a:pt x="1" y="409"/>
                    <a:pt x="124" y="899"/>
                  </a:cubicBezTo>
                  <a:lnTo>
                    <a:pt x="124" y="899"/>
                  </a:lnTo>
                  <a:cubicBezTo>
                    <a:pt x="49" y="429"/>
                    <a:pt x="372" y="67"/>
                    <a:pt x="890" y="67"/>
                  </a:cubicBezTo>
                  <a:cubicBezTo>
                    <a:pt x="1491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91" y="1"/>
                    <a:pt x="890" y="1"/>
                  </a:cubicBezTo>
                  <a:close/>
                </a:path>
              </a:pathLst>
            </a:custGeom>
            <a:solidFill>
              <a:srgbClr val="45F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10089400" y="2205025"/>
              <a:ext cx="25" cy="50050"/>
            </a:xfrm>
            <a:custGeom>
              <a:avLst/>
              <a:gdLst/>
              <a:ahLst/>
              <a:cxnLst/>
              <a:rect l="l" t="t" r="r" b="b"/>
              <a:pathLst>
                <a:path w="1" h="2002" extrusionOk="0">
                  <a:moveTo>
                    <a:pt x="0" y="2002"/>
                  </a:moveTo>
                  <a:lnTo>
                    <a:pt x="0" y="0"/>
                  </a:lnTo>
                </a:path>
              </a:pathLst>
            </a:custGeom>
            <a:solidFill>
              <a:srgbClr val="1FF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2"/>
            <p:cNvSpPr/>
            <p:nvPr/>
          </p:nvSpPr>
          <p:spPr>
            <a:xfrm>
              <a:off x="8024127" y="984378"/>
              <a:ext cx="2502369" cy="1624275"/>
            </a:xfrm>
            <a:custGeom>
              <a:avLst/>
              <a:gdLst/>
              <a:ahLst/>
              <a:cxnLst/>
              <a:rect l="l" t="t" r="r" b="b"/>
              <a:pathLst>
                <a:path w="86029" h="55841" extrusionOk="0">
                  <a:moveTo>
                    <a:pt x="2102" y="1"/>
                  </a:moveTo>
                  <a:cubicBezTo>
                    <a:pt x="935" y="1"/>
                    <a:pt x="1" y="935"/>
                    <a:pt x="1" y="2102"/>
                  </a:cubicBezTo>
                  <a:lnTo>
                    <a:pt x="1" y="53739"/>
                  </a:lnTo>
                  <a:cubicBezTo>
                    <a:pt x="1" y="54907"/>
                    <a:pt x="935" y="55841"/>
                    <a:pt x="2102" y="55841"/>
                  </a:cubicBezTo>
                  <a:lnTo>
                    <a:pt x="83894" y="55841"/>
                  </a:lnTo>
                  <a:cubicBezTo>
                    <a:pt x="85062" y="55841"/>
                    <a:pt x="86029" y="54907"/>
                    <a:pt x="86029" y="53739"/>
                  </a:cubicBezTo>
                  <a:lnTo>
                    <a:pt x="86029" y="2102"/>
                  </a:lnTo>
                  <a:cubicBezTo>
                    <a:pt x="86029" y="935"/>
                    <a:pt x="85062" y="1"/>
                    <a:pt x="83894" y="1"/>
                  </a:cubicBezTo>
                  <a:close/>
                </a:path>
              </a:pathLst>
            </a:custGeom>
            <a:solidFill>
              <a:srgbClr val="B8B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2"/>
            <p:cNvSpPr/>
            <p:nvPr/>
          </p:nvSpPr>
          <p:spPr>
            <a:xfrm>
              <a:off x="8024127" y="984378"/>
              <a:ext cx="2502369" cy="262020"/>
            </a:xfrm>
            <a:custGeom>
              <a:avLst/>
              <a:gdLst/>
              <a:ahLst/>
              <a:cxnLst/>
              <a:rect l="l" t="t" r="r" b="b"/>
              <a:pathLst>
                <a:path w="86029" h="9008" extrusionOk="0">
                  <a:moveTo>
                    <a:pt x="2436" y="1"/>
                  </a:moveTo>
                  <a:cubicBezTo>
                    <a:pt x="1102" y="1"/>
                    <a:pt x="1" y="1068"/>
                    <a:pt x="1" y="2436"/>
                  </a:cubicBezTo>
                  <a:lnTo>
                    <a:pt x="1" y="9007"/>
                  </a:lnTo>
                  <a:lnTo>
                    <a:pt x="86029" y="9007"/>
                  </a:lnTo>
                  <a:lnTo>
                    <a:pt x="86029" y="2436"/>
                  </a:lnTo>
                  <a:cubicBezTo>
                    <a:pt x="86029" y="1102"/>
                    <a:pt x="84928" y="1"/>
                    <a:pt x="835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8125057" y="1324952"/>
              <a:ext cx="2305388" cy="1198318"/>
            </a:xfrm>
            <a:custGeom>
              <a:avLst/>
              <a:gdLst/>
              <a:ahLst/>
              <a:cxnLst/>
              <a:rect l="l" t="t" r="r" b="b"/>
              <a:pathLst>
                <a:path w="79257" h="41197" extrusionOk="0">
                  <a:moveTo>
                    <a:pt x="77522" y="41196"/>
                  </a:moveTo>
                  <a:lnTo>
                    <a:pt x="1735" y="41196"/>
                  </a:lnTo>
                  <a:cubicBezTo>
                    <a:pt x="767" y="41196"/>
                    <a:pt x="0" y="40429"/>
                    <a:pt x="0" y="39462"/>
                  </a:cubicBezTo>
                  <a:lnTo>
                    <a:pt x="0" y="1735"/>
                  </a:lnTo>
                  <a:cubicBezTo>
                    <a:pt x="0" y="768"/>
                    <a:pt x="767" y="0"/>
                    <a:pt x="1735" y="0"/>
                  </a:cubicBezTo>
                  <a:lnTo>
                    <a:pt x="77522" y="0"/>
                  </a:lnTo>
                  <a:cubicBezTo>
                    <a:pt x="78489" y="0"/>
                    <a:pt x="79257" y="768"/>
                    <a:pt x="79257" y="1735"/>
                  </a:cubicBezTo>
                  <a:lnTo>
                    <a:pt x="79257" y="39462"/>
                  </a:lnTo>
                  <a:cubicBezTo>
                    <a:pt x="79257" y="40429"/>
                    <a:pt x="78489" y="41196"/>
                    <a:pt x="77522" y="41196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8191986" y="1394818"/>
              <a:ext cx="54365" cy="110620"/>
            </a:xfrm>
            <a:custGeom>
              <a:avLst/>
              <a:gdLst/>
              <a:ahLst/>
              <a:cxnLst/>
              <a:rect l="l" t="t" r="r" b="b"/>
              <a:pathLst>
                <a:path w="1869" h="3803" fill="none" extrusionOk="0">
                  <a:moveTo>
                    <a:pt x="1869" y="0"/>
                  </a:moveTo>
                  <a:lnTo>
                    <a:pt x="1" y="1901"/>
                  </a:lnTo>
                  <a:lnTo>
                    <a:pt x="1869" y="3803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2"/>
            <p:cNvSpPr/>
            <p:nvPr/>
          </p:nvSpPr>
          <p:spPr>
            <a:xfrm>
              <a:off x="8385062" y="1394818"/>
              <a:ext cx="55354" cy="110620"/>
            </a:xfrm>
            <a:custGeom>
              <a:avLst/>
              <a:gdLst/>
              <a:ahLst/>
              <a:cxnLst/>
              <a:rect l="l" t="t" r="r" b="b"/>
              <a:pathLst>
                <a:path w="1903" h="3803" fill="none" extrusionOk="0">
                  <a:moveTo>
                    <a:pt x="1" y="0"/>
                  </a:moveTo>
                  <a:lnTo>
                    <a:pt x="1902" y="1901"/>
                  </a:lnTo>
                  <a:lnTo>
                    <a:pt x="1" y="3803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2"/>
            <p:cNvSpPr/>
            <p:nvPr/>
          </p:nvSpPr>
          <p:spPr>
            <a:xfrm>
              <a:off x="8292887" y="1394818"/>
              <a:ext cx="43689" cy="120335"/>
            </a:xfrm>
            <a:custGeom>
              <a:avLst/>
              <a:gdLst/>
              <a:ahLst/>
              <a:cxnLst/>
              <a:rect l="l" t="t" r="r" b="b"/>
              <a:pathLst>
                <a:path w="1502" h="4137" fill="none" extrusionOk="0">
                  <a:moveTo>
                    <a:pt x="1" y="4136"/>
                  </a:moveTo>
                  <a:lnTo>
                    <a:pt x="1502" y="0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8483055" y="1500548"/>
              <a:ext cx="31095" cy="31095"/>
            </a:xfrm>
            <a:custGeom>
              <a:avLst/>
              <a:gdLst/>
              <a:ahLst/>
              <a:cxnLst/>
              <a:rect l="l" t="t" r="r" b="b"/>
              <a:pathLst>
                <a:path w="1069" h="1069" extrusionOk="0">
                  <a:moveTo>
                    <a:pt x="535" y="1"/>
                  </a:moveTo>
                  <a:cubicBezTo>
                    <a:pt x="234" y="1"/>
                    <a:pt x="1" y="234"/>
                    <a:pt x="1" y="535"/>
                  </a:cubicBezTo>
                  <a:cubicBezTo>
                    <a:pt x="1" y="802"/>
                    <a:pt x="234" y="1068"/>
                    <a:pt x="535" y="1068"/>
                  </a:cubicBezTo>
                  <a:cubicBezTo>
                    <a:pt x="835" y="1068"/>
                    <a:pt x="1068" y="802"/>
                    <a:pt x="1068" y="535"/>
                  </a:cubicBezTo>
                  <a:cubicBezTo>
                    <a:pt x="1068" y="234"/>
                    <a:pt x="835" y="1"/>
                    <a:pt x="535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2"/>
            <p:cNvSpPr/>
            <p:nvPr/>
          </p:nvSpPr>
          <p:spPr>
            <a:xfrm>
              <a:off x="8528666" y="1500548"/>
              <a:ext cx="31065" cy="31095"/>
            </a:xfrm>
            <a:custGeom>
              <a:avLst/>
              <a:gdLst/>
              <a:ahLst/>
              <a:cxnLst/>
              <a:rect l="l" t="t" r="r" b="b"/>
              <a:pathLst>
                <a:path w="1068" h="1069" extrusionOk="0">
                  <a:moveTo>
                    <a:pt x="534" y="1"/>
                  </a:moveTo>
                  <a:cubicBezTo>
                    <a:pt x="267" y="1"/>
                    <a:pt x="0" y="234"/>
                    <a:pt x="0" y="535"/>
                  </a:cubicBezTo>
                  <a:cubicBezTo>
                    <a:pt x="0" y="802"/>
                    <a:pt x="267" y="1068"/>
                    <a:pt x="534" y="1068"/>
                  </a:cubicBezTo>
                  <a:cubicBezTo>
                    <a:pt x="834" y="1068"/>
                    <a:pt x="1068" y="802"/>
                    <a:pt x="1068" y="535"/>
                  </a:cubicBezTo>
                  <a:cubicBezTo>
                    <a:pt x="1068" y="234"/>
                    <a:pt x="834" y="1"/>
                    <a:pt x="534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2"/>
            <p:cNvSpPr/>
            <p:nvPr/>
          </p:nvSpPr>
          <p:spPr>
            <a:xfrm>
              <a:off x="8593674" y="1500548"/>
              <a:ext cx="31065" cy="31095"/>
            </a:xfrm>
            <a:custGeom>
              <a:avLst/>
              <a:gdLst/>
              <a:ahLst/>
              <a:cxnLst/>
              <a:rect l="l" t="t" r="r" b="b"/>
              <a:pathLst>
                <a:path w="1068" h="1069" extrusionOk="0">
                  <a:moveTo>
                    <a:pt x="534" y="1"/>
                  </a:moveTo>
                  <a:cubicBezTo>
                    <a:pt x="234" y="1"/>
                    <a:pt x="0" y="234"/>
                    <a:pt x="0" y="535"/>
                  </a:cubicBezTo>
                  <a:cubicBezTo>
                    <a:pt x="0" y="802"/>
                    <a:pt x="234" y="1068"/>
                    <a:pt x="534" y="1068"/>
                  </a:cubicBezTo>
                  <a:cubicBezTo>
                    <a:pt x="834" y="1068"/>
                    <a:pt x="1068" y="802"/>
                    <a:pt x="1068" y="535"/>
                  </a:cubicBezTo>
                  <a:cubicBezTo>
                    <a:pt x="1068" y="234"/>
                    <a:pt x="834" y="1"/>
                    <a:pt x="534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8219152" y="1627656"/>
              <a:ext cx="1656300" cy="29"/>
            </a:xfrm>
            <a:custGeom>
              <a:avLst/>
              <a:gdLst/>
              <a:ahLst/>
              <a:cxnLst/>
              <a:rect l="l" t="t" r="r" b="b"/>
              <a:pathLst>
                <a:path w="56942" h="1" fill="none" extrusionOk="0">
                  <a:moveTo>
                    <a:pt x="1" y="1"/>
                  </a:moveTo>
                  <a:lnTo>
                    <a:pt x="56941" y="1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9975312" y="1627656"/>
              <a:ext cx="128101" cy="29"/>
            </a:xfrm>
            <a:custGeom>
              <a:avLst/>
              <a:gdLst/>
              <a:ahLst/>
              <a:cxnLst/>
              <a:rect l="l" t="t" r="r" b="b"/>
              <a:pathLst>
                <a:path w="4404" h="1" fill="none" extrusionOk="0">
                  <a:moveTo>
                    <a:pt x="0" y="1"/>
                  </a:moveTo>
                  <a:lnTo>
                    <a:pt x="4403" y="1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2"/>
            <p:cNvSpPr/>
            <p:nvPr/>
          </p:nvSpPr>
          <p:spPr>
            <a:xfrm>
              <a:off x="10174205" y="1627656"/>
              <a:ext cx="163035" cy="29"/>
            </a:xfrm>
            <a:custGeom>
              <a:avLst/>
              <a:gdLst/>
              <a:ahLst/>
              <a:cxnLst/>
              <a:rect l="l" t="t" r="r" b="b"/>
              <a:pathLst>
                <a:path w="5605" h="1" fill="none" extrusionOk="0">
                  <a:moveTo>
                    <a:pt x="0" y="1"/>
                  </a:moveTo>
                  <a:lnTo>
                    <a:pt x="5604" y="1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2"/>
            <p:cNvSpPr/>
            <p:nvPr/>
          </p:nvSpPr>
          <p:spPr>
            <a:xfrm>
              <a:off x="8219152" y="1757673"/>
              <a:ext cx="1036300" cy="29"/>
            </a:xfrm>
            <a:custGeom>
              <a:avLst/>
              <a:gdLst/>
              <a:ahLst/>
              <a:cxnLst/>
              <a:rect l="l" t="t" r="r" b="b"/>
              <a:pathLst>
                <a:path w="35627" h="1" fill="none" extrusionOk="0">
                  <a:moveTo>
                    <a:pt x="1" y="1"/>
                  </a:moveTo>
                  <a:lnTo>
                    <a:pt x="35626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2"/>
            <p:cNvSpPr/>
            <p:nvPr/>
          </p:nvSpPr>
          <p:spPr>
            <a:xfrm>
              <a:off x="9408676" y="1757673"/>
              <a:ext cx="186335" cy="29"/>
            </a:xfrm>
            <a:custGeom>
              <a:avLst/>
              <a:gdLst/>
              <a:ahLst/>
              <a:cxnLst/>
              <a:rect l="l" t="t" r="r" b="b"/>
              <a:pathLst>
                <a:path w="6406" h="1" fill="none" extrusionOk="0">
                  <a:moveTo>
                    <a:pt x="1" y="1"/>
                  </a:moveTo>
                  <a:lnTo>
                    <a:pt x="6405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9090440" y="1832396"/>
              <a:ext cx="504581" cy="29"/>
            </a:xfrm>
            <a:custGeom>
              <a:avLst/>
              <a:gdLst/>
              <a:ahLst/>
              <a:cxnLst/>
              <a:rect l="l" t="t" r="r" b="b"/>
              <a:pathLst>
                <a:path w="17347" h="1" fill="none" extrusionOk="0">
                  <a:moveTo>
                    <a:pt x="17346" y="0"/>
                  </a:moveTo>
                  <a:lnTo>
                    <a:pt x="0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8919673" y="1832396"/>
              <a:ext cx="101923" cy="29"/>
            </a:xfrm>
            <a:custGeom>
              <a:avLst/>
              <a:gdLst/>
              <a:ahLst/>
              <a:cxnLst/>
              <a:rect l="l" t="t" r="r" b="b"/>
              <a:pathLst>
                <a:path w="3504" h="1" fill="none" extrusionOk="0">
                  <a:moveTo>
                    <a:pt x="3503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8737271" y="1832396"/>
              <a:ext cx="101894" cy="29"/>
            </a:xfrm>
            <a:custGeom>
              <a:avLst/>
              <a:gdLst/>
              <a:ahLst/>
              <a:cxnLst/>
              <a:rect l="l" t="t" r="r" b="b"/>
              <a:pathLst>
                <a:path w="3503" h="1" fill="none" extrusionOk="0">
                  <a:moveTo>
                    <a:pt x="3503" y="0"/>
                  </a:moveTo>
                  <a:lnTo>
                    <a:pt x="0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8555829" y="1832396"/>
              <a:ext cx="100934" cy="29"/>
            </a:xfrm>
            <a:custGeom>
              <a:avLst/>
              <a:gdLst/>
              <a:ahLst/>
              <a:cxnLst/>
              <a:rect l="l" t="t" r="r" b="b"/>
              <a:pathLst>
                <a:path w="3470" h="1" fill="none" extrusionOk="0">
                  <a:moveTo>
                    <a:pt x="3470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8373428" y="1832396"/>
              <a:ext cx="100934" cy="29"/>
            </a:xfrm>
            <a:custGeom>
              <a:avLst/>
              <a:gdLst/>
              <a:ahLst/>
              <a:cxnLst/>
              <a:rect l="l" t="t" r="r" b="b"/>
              <a:pathLst>
                <a:path w="3470" h="1" fill="none" extrusionOk="0">
                  <a:moveTo>
                    <a:pt x="3470" y="0"/>
                  </a:moveTo>
                  <a:lnTo>
                    <a:pt x="0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8373428" y="1923582"/>
              <a:ext cx="1570900" cy="29"/>
            </a:xfrm>
            <a:custGeom>
              <a:avLst/>
              <a:gdLst/>
              <a:ahLst/>
              <a:cxnLst/>
              <a:rect l="l" t="t" r="r" b="b"/>
              <a:pathLst>
                <a:path w="54006" h="1" fill="none" extrusionOk="0">
                  <a:moveTo>
                    <a:pt x="54006" y="1"/>
                  </a:moveTo>
                  <a:lnTo>
                    <a:pt x="0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2"/>
            <p:cNvSpPr/>
            <p:nvPr/>
          </p:nvSpPr>
          <p:spPr>
            <a:xfrm>
              <a:off x="8219152" y="1832396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2"/>
            <p:cNvSpPr/>
            <p:nvPr/>
          </p:nvSpPr>
          <p:spPr>
            <a:xfrm>
              <a:off x="8219152" y="1923582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1"/>
                  </a:moveTo>
                  <a:lnTo>
                    <a:pt x="1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2"/>
            <p:cNvSpPr/>
            <p:nvPr/>
          </p:nvSpPr>
          <p:spPr>
            <a:xfrm>
              <a:off x="8219152" y="2014798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2"/>
            <p:cNvSpPr/>
            <p:nvPr/>
          </p:nvSpPr>
          <p:spPr>
            <a:xfrm>
              <a:off x="8219152" y="2105984"/>
              <a:ext cx="36912" cy="29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1"/>
                  </a:moveTo>
                  <a:lnTo>
                    <a:pt x="1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10039331" y="1923582"/>
              <a:ext cx="216411" cy="29"/>
            </a:xfrm>
            <a:custGeom>
              <a:avLst/>
              <a:gdLst/>
              <a:ahLst/>
              <a:cxnLst/>
              <a:rect l="l" t="t" r="r" b="b"/>
              <a:pathLst>
                <a:path w="7440" h="1" fill="none" extrusionOk="0">
                  <a:moveTo>
                    <a:pt x="1" y="1"/>
                  </a:moveTo>
                  <a:lnTo>
                    <a:pt x="7439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8369559" y="2014798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0"/>
                  </a:moveTo>
                  <a:lnTo>
                    <a:pt x="14944" y="0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2"/>
            <p:cNvSpPr/>
            <p:nvPr/>
          </p:nvSpPr>
          <p:spPr>
            <a:xfrm>
              <a:off x="8369559" y="2107933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1"/>
                  </a:moveTo>
                  <a:lnTo>
                    <a:pt x="14944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2"/>
            <p:cNvSpPr/>
            <p:nvPr/>
          </p:nvSpPr>
          <p:spPr>
            <a:xfrm>
              <a:off x="8369559" y="2202057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0"/>
                  </a:moveTo>
                  <a:lnTo>
                    <a:pt x="14944" y="0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2"/>
            <p:cNvSpPr/>
            <p:nvPr/>
          </p:nvSpPr>
          <p:spPr>
            <a:xfrm>
              <a:off x="8369559" y="2295192"/>
              <a:ext cx="434713" cy="29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1"/>
                  </a:moveTo>
                  <a:lnTo>
                    <a:pt x="14944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9090440" y="2295192"/>
              <a:ext cx="884929" cy="29"/>
            </a:xfrm>
            <a:custGeom>
              <a:avLst/>
              <a:gdLst/>
              <a:ahLst/>
              <a:cxnLst/>
              <a:rect l="l" t="t" r="r" b="b"/>
              <a:pathLst>
                <a:path w="30423" h="1" fill="none" extrusionOk="0">
                  <a:moveTo>
                    <a:pt x="0" y="1"/>
                  </a:moveTo>
                  <a:lnTo>
                    <a:pt x="30422" y="1"/>
                  </a:lnTo>
                </a:path>
              </a:pathLst>
            </a:custGeom>
            <a:noFill/>
            <a:ln w="208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9615336" y="2202057"/>
              <a:ext cx="360016" cy="29"/>
            </a:xfrm>
            <a:custGeom>
              <a:avLst/>
              <a:gdLst/>
              <a:ahLst/>
              <a:cxnLst/>
              <a:rect l="l" t="t" r="r" b="b"/>
              <a:pathLst>
                <a:path w="12377" h="1" fill="none" extrusionOk="0">
                  <a:moveTo>
                    <a:pt x="1" y="0"/>
                  </a:moveTo>
                  <a:lnTo>
                    <a:pt x="12376" y="0"/>
                  </a:lnTo>
                </a:path>
              </a:pathLst>
            </a:custGeom>
            <a:noFill/>
            <a:ln w="208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2"/>
            <p:cNvSpPr/>
            <p:nvPr/>
          </p:nvSpPr>
          <p:spPr>
            <a:xfrm>
              <a:off x="9832671" y="2105984"/>
              <a:ext cx="142674" cy="29"/>
            </a:xfrm>
            <a:custGeom>
              <a:avLst/>
              <a:gdLst/>
              <a:ahLst/>
              <a:cxnLst/>
              <a:rect l="l" t="t" r="r" b="b"/>
              <a:pathLst>
                <a:path w="4905" h="1" fill="none" extrusionOk="0">
                  <a:moveTo>
                    <a:pt x="1" y="1"/>
                  </a:moveTo>
                  <a:lnTo>
                    <a:pt x="4904" y="1"/>
                  </a:lnTo>
                </a:path>
              </a:pathLst>
            </a:custGeom>
            <a:noFill/>
            <a:ln w="208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7" name="Google Shape;347;p22"/>
          <p:cNvGrpSpPr/>
          <p:nvPr/>
        </p:nvGrpSpPr>
        <p:grpSpPr>
          <a:xfrm flipH="1">
            <a:off x="7058589" y="1071875"/>
            <a:ext cx="2085403" cy="2999739"/>
            <a:chOff x="7435625" y="1209875"/>
            <a:chExt cx="1470250" cy="2114875"/>
          </a:xfrm>
        </p:grpSpPr>
        <p:sp>
          <p:nvSpPr>
            <p:cNvPr id="348" name="Google Shape;348;p22"/>
            <p:cNvSpPr/>
            <p:nvPr/>
          </p:nvSpPr>
          <p:spPr>
            <a:xfrm>
              <a:off x="7658275" y="3273025"/>
              <a:ext cx="120950" cy="12550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01" y="1"/>
                  </a:moveTo>
                  <a:cubicBezTo>
                    <a:pt x="168" y="1"/>
                    <a:pt x="1" y="201"/>
                    <a:pt x="1" y="434"/>
                  </a:cubicBezTo>
                  <a:lnTo>
                    <a:pt x="1" y="501"/>
                  </a:lnTo>
                  <a:cubicBezTo>
                    <a:pt x="1" y="268"/>
                    <a:pt x="168" y="101"/>
                    <a:pt x="401" y="101"/>
                  </a:cubicBezTo>
                  <a:lnTo>
                    <a:pt x="4404" y="101"/>
                  </a:lnTo>
                  <a:cubicBezTo>
                    <a:pt x="4637" y="101"/>
                    <a:pt x="4838" y="268"/>
                    <a:pt x="4838" y="501"/>
                  </a:cubicBezTo>
                  <a:lnTo>
                    <a:pt x="4838" y="434"/>
                  </a:lnTo>
                  <a:cubicBezTo>
                    <a:pt x="4838" y="201"/>
                    <a:pt x="4637" y="1"/>
                    <a:pt x="4404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2"/>
            <p:cNvSpPr/>
            <p:nvPr/>
          </p:nvSpPr>
          <p:spPr>
            <a:xfrm>
              <a:off x="7494000" y="3273025"/>
              <a:ext cx="120950" cy="12550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34" y="1"/>
                  </a:moveTo>
                  <a:cubicBezTo>
                    <a:pt x="201" y="1"/>
                    <a:pt x="0" y="201"/>
                    <a:pt x="0" y="434"/>
                  </a:cubicBezTo>
                  <a:lnTo>
                    <a:pt x="0" y="501"/>
                  </a:lnTo>
                  <a:cubicBezTo>
                    <a:pt x="0" y="268"/>
                    <a:pt x="201" y="101"/>
                    <a:pt x="434" y="101"/>
                  </a:cubicBezTo>
                  <a:lnTo>
                    <a:pt x="4437" y="101"/>
                  </a:lnTo>
                  <a:cubicBezTo>
                    <a:pt x="4637" y="101"/>
                    <a:pt x="4837" y="268"/>
                    <a:pt x="4837" y="501"/>
                  </a:cubicBezTo>
                  <a:lnTo>
                    <a:pt x="4837" y="434"/>
                  </a:lnTo>
                  <a:cubicBezTo>
                    <a:pt x="4837" y="201"/>
                    <a:pt x="4637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2"/>
            <p:cNvSpPr/>
            <p:nvPr/>
          </p:nvSpPr>
          <p:spPr>
            <a:xfrm>
              <a:off x="7821725" y="3273025"/>
              <a:ext cx="120950" cy="12550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34" y="1"/>
                  </a:moveTo>
                  <a:cubicBezTo>
                    <a:pt x="201" y="1"/>
                    <a:pt x="1" y="201"/>
                    <a:pt x="1" y="434"/>
                  </a:cubicBezTo>
                  <a:lnTo>
                    <a:pt x="1" y="501"/>
                  </a:lnTo>
                  <a:cubicBezTo>
                    <a:pt x="1" y="268"/>
                    <a:pt x="201" y="101"/>
                    <a:pt x="434" y="101"/>
                  </a:cubicBezTo>
                  <a:lnTo>
                    <a:pt x="4437" y="101"/>
                  </a:lnTo>
                  <a:cubicBezTo>
                    <a:pt x="4671" y="101"/>
                    <a:pt x="4838" y="268"/>
                    <a:pt x="4838" y="501"/>
                  </a:cubicBezTo>
                  <a:lnTo>
                    <a:pt x="4838" y="434"/>
                  </a:lnTo>
                  <a:cubicBezTo>
                    <a:pt x="4838" y="201"/>
                    <a:pt x="4671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7970175" y="3087075"/>
              <a:ext cx="106775" cy="109250"/>
            </a:xfrm>
            <a:custGeom>
              <a:avLst/>
              <a:gdLst/>
              <a:ahLst/>
              <a:cxnLst/>
              <a:rect l="l" t="t" r="r" b="b"/>
              <a:pathLst>
                <a:path w="4271" h="4370" extrusionOk="0">
                  <a:moveTo>
                    <a:pt x="2135" y="0"/>
                  </a:moveTo>
                  <a:cubicBezTo>
                    <a:pt x="968" y="0"/>
                    <a:pt x="0" y="967"/>
                    <a:pt x="0" y="2168"/>
                  </a:cubicBezTo>
                  <a:cubicBezTo>
                    <a:pt x="0" y="3403"/>
                    <a:pt x="968" y="4370"/>
                    <a:pt x="2135" y="4370"/>
                  </a:cubicBezTo>
                  <a:cubicBezTo>
                    <a:pt x="3336" y="4370"/>
                    <a:pt x="4270" y="3403"/>
                    <a:pt x="4270" y="2168"/>
                  </a:cubicBezTo>
                  <a:cubicBezTo>
                    <a:pt x="4270" y="967"/>
                    <a:pt x="3336" y="0"/>
                    <a:pt x="2135" y="0"/>
                  </a:cubicBezTo>
                  <a:close/>
                </a:path>
              </a:pathLst>
            </a:custGeom>
            <a:solidFill>
              <a:srgbClr val="E0F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7970175" y="3087075"/>
              <a:ext cx="106775" cy="106750"/>
            </a:xfrm>
            <a:custGeom>
              <a:avLst/>
              <a:gdLst/>
              <a:ahLst/>
              <a:cxnLst/>
              <a:rect l="l" t="t" r="r" b="b"/>
              <a:pathLst>
                <a:path w="4271" h="4270" extrusionOk="0">
                  <a:moveTo>
                    <a:pt x="2135" y="0"/>
                  </a:moveTo>
                  <a:cubicBezTo>
                    <a:pt x="968" y="0"/>
                    <a:pt x="0" y="934"/>
                    <a:pt x="0" y="2135"/>
                  </a:cubicBezTo>
                  <a:cubicBezTo>
                    <a:pt x="0" y="3302"/>
                    <a:pt x="968" y="4270"/>
                    <a:pt x="2135" y="4270"/>
                  </a:cubicBezTo>
                  <a:cubicBezTo>
                    <a:pt x="3336" y="4270"/>
                    <a:pt x="4270" y="3302"/>
                    <a:pt x="4270" y="2135"/>
                  </a:cubicBezTo>
                  <a:cubicBezTo>
                    <a:pt x="4270" y="934"/>
                    <a:pt x="3336" y="0"/>
                    <a:pt x="2135" y="0"/>
                  </a:cubicBezTo>
                  <a:close/>
                </a:path>
              </a:pathLst>
            </a:custGeom>
            <a:solidFill>
              <a:srgbClr val="B6BA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7980175" y="3096250"/>
              <a:ext cx="87600" cy="88400"/>
            </a:xfrm>
            <a:custGeom>
              <a:avLst/>
              <a:gdLst/>
              <a:ahLst/>
              <a:cxnLst/>
              <a:rect l="l" t="t" r="r" b="b"/>
              <a:pathLst>
                <a:path w="3504" h="3536" extrusionOk="0">
                  <a:moveTo>
                    <a:pt x="1735" y="0"/>
                  </a:moveTo>
                  <a:cubicBezTo>
                    <a:pt x="768" y="0"/>
                    <a:pt x="1" y="801"/>
                    <a:pt x="1" y="1768"/>
                  </a:cubicBezTo>
                  <a:cubicBezTo>
                    <a:pt x="1" y="2735"/>
                    <a:pt x="768" y="3536"/>
                    <a:pt x="1735" y="3536"/>
                  </a:cubicBezTo>
                  <a:cubicBezTo>
                    <a:pt x="2703" y="3536"/>
                    <a:pt x="3503" y="2735"/>
                    <a:pt x="3503" y="1768"/>
                  </a:cubicBezTo>
                  <a:cubicBezTo>
                    <a:pt x="3503" y="801"/>
                    <a:pt x="2703" y="0"/>
                    <a:pt x="1735" y="0"/>
                  </a:cubicBezTo>
                  <a:close/>
                </a:path>
              </a:pathLst>
            </a:custGeom>
            <a:solidFill>
              <a:srgbClr val="D0D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7980175" y="3139600"/>
              <a:ext cx="87600" cy="45050"/>
            </a:xfrm>
            <a:custGeom>
              <a:avLst/>
              <a:gdLst/>
              <a:ahLst/>
              <a:cxnLst/>
              <a:rect l="l" t="t" r="r" b="b"/>
              <a:pathLst>
                <a:path w="3504" h="1802" extrusionOk="0">
                  <a:moveTo>
                    <a:pt x="1" y="1"/>
                  </a:moveTo>
                  <a:cubicBezTo>
                    <a:pt x="1" y="1"/>
                    <a:pt x="1" y="34"/>
                    <a:pt x="1" y="34"/>
                  </a:cubicBezTo>
                  <a:cubicBezTo>
                    <a:pt x="1" y="1001"/>
                    <a:pt x="768" y="1802"/>
                    <a:pt x="1735" y="1802"/>
                  </a:cubicBezTo>
                  <a:cubicBezTo>
                    <a:pt x="2703" y="1802"/>
                    <a:pt x="3503" y="1001"/>
                    <a:pt x="3503" y="34"/>
                  </a:cubicBezTo>
                  <a:cubicBezTo>
                    <a:pt x="3503" y="34"/>
                    <a:pt x="3503" y="34"/>
                    <a:pt x="3503" y="1"/>
                  </a:cubicBezTo>
                  <a:cubicBezTo>
                    <a:pt x="3503" y="968"/>
                    <a:pt x="2703" y="1735"/>
                    <a:pt x="1735" y="1735"/>
                  </a:cubicBezTo>
                  <a:cubicBezTo>
                    <a:pt x="768" y="1735"/>
                    <a:pt x="1" y="968"/>
                    <a:pt x="1" y="1"/>
                  </a:cubicBezTo>
                  <a:close/>
                </a:path>
              </a:pathLst>
            </a:custGeom>
            <a:solidFill>
              <a:srgbClr val="E0F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7631600" y="2647575"/>
              <a:ext cx="102600" cy="30900"/>
            </a:xfrm>
            <a:custGeom>
              <a:avLst/>
              <a:gdLst/>
              <a:ahLst/>
              <a:cxnLst/>
              <a:rect l="l" t="t" r="r" b="b"/>
              <a:pathLst>
                <a:path w="4104" h="1236" extrusionOk="0">
                  <a:moveTo>
                    <a:pt x="634" y="1"/>
                  </a:moveTo>
                  <a:cubicBezTo>
                    <a:pt x="301" y="1"/>
                    <a:pt x="0" y="268"/>
                    <a:pt x="0" y="601"/>
                  </a:cubicBezTo>
                  <a:cubicBezTo>
                    <a:pt x="0" y="968"/>
                    <a:pt x="301" y="1235"/>
                    <a:pt x="634" y="1235"/>
                  </a:cubicBezTo>
                  <a:lnTo>
                    <a:pt x="3470" y="1235"/>
                  </a:lnTo>
                  <a:cubicBezTo>
                    <a:pt x="3803" y="1235"/>
                    <a:pt x="4103" y="968"/>
                    <a:pt x="4103" y="601"/>
                  </a:cubicBezTo>
                  <a:cubicBezTo>
                    <a:pt x="4103" y="268"/>
                    <a:pt x="3803" y="1"/>
                    <a:pt x="3470" y="1"/>
                  </a:cubicBezTo>
                  <a:close/>
                </a:path>
              </a:pathLst>
            </a:custGeom>
            <a:solidFill>
              <a:srgbClr val="FF3E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7753350" y="2647575"/>
              <a:ext cx="102600" cy="30900"/>
            </a:xfrm>
            <a:custGeom>
              <a:avLst/>
              <a:gdLst/>
              <a:ahLst/>
              <a:cxnLst/>
              <a:rect l="l" t="t" r="r" b="b"/>
              <a:pathLst>
                <a:path w="4104" h="1236" extrusionOk="0">
                  <a:moveTo>
                    <a:pt x="634" y="1"/>
                  </a:moveTo>
                  <a:cubicBezTo>
                    <a:pt x="301" y="1"/>
                    <a:pt x="1" y="268"/>
                    <a:pt x="1" y="601"/>
                  </a:cubicBezTo>
                  <a:cubicBezTo>
                    <a:pt x="1" y="968"/>
                    <a:pt x="301" y="1235"/>
                    <a:pt x="634" y="1235"/>
                  </a:cubicBezTo>
                  <a:lnTo>
                    <a:pt x="3470" y="1235"/>
                  </a:lnTo>
                  <a:cubicBezTo>
                    <a:pt x="3803" y="1235"/>
                    <a:pt x="4103" y="968"/>
                    <a:pt x="4103" y="601"/>
                  </a:cubicBezTo>
                  <a:cubicBezTo>
                    <a:pt x="4103" y="268"/>
                    <a:pt x="3803" y="1"/>
                    <a:pt x="3470" y="1"/>
                  </a:cubicBezTo>
                  <a:close/>
                </a:path>
              </a:pathLst>
            </a:custGeom>
            <a:solidFill>
              <a:srgbClr val="FF3E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2"/>
            <p:cNvSpPr/>
            <p:nvPr/>
          </p:nvSpPr>
          <p:spPr>
            <a:xfrm>
              <a:off x="7478150" y="2827700"/>
              <a:ext cx="664675" cy="30900"/>
            </a:xfrm>
            <a:custGeom>
              <a:avLst/>
              <a:gdLst/>
              <a:ahLst/>
              <a:cxnLst/>
              <a:rect l="l" t="t" r="r" b="b"/>
              <a:pathLst>
                <a:path w="26587" h="1236" extrusionOk="0">
                  <a:moveTo>
                    <a:pt x="634" y="1"/>
                  </a:moveTo>
                  <a:cubicBezTo>
                    <a:pt x="301" y="1"/>
                    <a:pt x="1" y="268"/>
                    <a:pt x="1" y="601"/>
                  </a:cubicBezTo>
                  <a:cubicBezTo>
                    <a:pt x="1" y="968"/>
                    <a:pt x="301" y="1235"/>
                    <a:pt x="634" y="1235"/>
                  </a:cubicBezTo>
                  <a:lnTo>
                    <a:pt x="25953" y="1235"/>
                  </a:lnTo>
                  <a:cubicBezTo>
                    <a:pt x="26286" y="1235"/>
                    <a:pt x="26586" y="968"/>
                    <a:pt x="26586" y="601"/>
                  </a:cubicBezTo>
                  <a:cubicBezTo>
                    <a:pt x="26586" y="268"/>
                    <a:pt x="26286" y="1"/>
                    <a:pt x="25953" y="1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2"/>
            <p:cNvSpPr/>
            <p:nvPr/>
          </p:nvSpPr>
          <p:spPr>
            <a:xfrm>
              <a:off x="7977675" y="2891100"/>
              <a:ext cx="130125" cy="31700"/>
            </a:xfrm>
            <a:custGeom>
              <a:avLst/>
              <a:gdLst/>
              <a:ahLst/>
              <a:cxnLst/>
              <a:rect l="l" t="t" r="r" b="b"/>
              <a:pathLst>
                <a:path w="5205" h="1268" extrusionOk="0">
                  <a:moveTo>
                    <a:pt x="634" y="0"/>
                  </a:moveTo>
                  <a:cubicBezTo>
                    <a:pt x="267" y="0"/>
                    <a:pt x="1" y="300"/>
                    <a:pt x="1" y="634"/>
                  </a:cubicBezTo>
                  <a:cubicBezTo>
                    <a:pt x="1" y="1001"/>
                    <a:pt x="267" y="1268"/>
                    <a:pt x="634" y="1268"/>
                  </a:cubicBezTo>
                  <a:lnTo>
                    <a:pt x="4571" y="1268"/>
                  </a:lnTo>
                  <a:cubicBezTo>
                    <a:pt x="4937" y="1268"/>
                    <a:pt x="5204" y="1001"/>
                    <a:pt x="5204" y="634"/>
                  </a:cubicBezTo>
                  <a:cubicBezTo>
                    <a:pt x="5204" y="300"/>
                    <a:pt x="4937" y="0"/>
                    <a:pt x="4571" y="0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7840925" y="2891100"/>
              <a:ext cx="117600" cy="31700"/>
            </a:xfrm>
            <a:custGeom>
              <a:avLst/>
              <a:gdLst/>
              <a:ahLst/>
              <a:cxnLst/>
              <a:rect l="l" t="t" r="r" b="b"/>
              <a:pathLst>
                <a:path w="4704" h="1268" extrusionOk="0">
                  <a:moveTo>
                    <a:pt x="634" y="0"/>
                  </a:moveTo>
                  <a:cubicBezTo>
                    <a:pt x="300" y="0"/>
                    <a:pt x="0" y="300"/>
                    <a:pt x="0" y="634"/>
                  </a:cubicBezTo>
                  <a:cubicBezTo>
                    <a:pt x="0" y="1001"/>
                    <a:pt x="300" y="1268"/>
                    <a:pt x="634" y="1268"/>
                  </a:cubicBezTo>
                  <a:lnTo>
                    <a:pt x="4070" y="1268"/>
                  </a:lnTo>
                  <a:cubicBezTo>
                    <a:pt x="4437" y="1268"/>
                    <a:pt x="4703" y="1001"/>
                    <a:pt x="4703" y="634"/>
                  </a:cubicBezTo>
                  <a:cubicBezTo>
                    <a:pt x="4703" y="300"/>
                    <a:pt x="4403" y="0"/>
                    <a:pt x="4070" y="0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7735850" y="2445775"/>
              <a:ext cx="619625" cy="520400"/>
            </a:xfrm>
            <a:custGeom>
              <a:avLst/>
              <a:gdLst/>
              <a:ahLst/>
              <a:cxnLst/>
              <a:rect l="l" t="t" r="r" b="b"/>
              <a:pathLst>
                <a:path w="24785" h="20816" extrusionOk="0">
                  <a:moveTo>
                    <a:pt x="20815" y="0"/>
                  </a:moveTo>
                  <a:lnTo>
                    <a:pt x="0" y="20815"/>
                  </a:lnTo>
                  <a:lnTo>
                    <a:pt x="4303" y="20815"/>
                  </a:lnTo>
                  <a:lnTo>
                    <a:pt x="24584" y="534"/>
                  </a:lnTo>
                  <a:lnTo>
                    <a:pt x="24784" y="0"/>
                  </a:lnTo>
                  <a:close/>
                </a:path>
              </a:pathLst>
            </a:custGeom>
            <a:solidFill>
              <a:srgbClr val="E1F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7435625" y="1671050"/>
              <a:ext cx="1062450" cy="1653700"/>
            </a:xfrm>
            <a:custGeom>
              <a:avLst/>
              <a:gdLst/>
              <a:ahLst/>
              <a:cxnLst/>
              <a:rect l="l" t="t" r="r" b="b"/>
              <a:pathLst>
                <a:path w="42498" h="66148" extrusionOk="0">
                  <a:moveTo>
                    <a:pt x="2169" y="1"/>
                  </a:moveTo>
                  <a:cubicBezTo>
                    <a:pt x="968" y="1"/>
                    <a:pt x="0" y="968"/>
                    <a:pt x="0" y="2169"/>
                  </a:cubicBezTo>
                  <a:lnTo>
                    <a:pt x="0" y="63980"/>
                  </a:lnTo>
                  <a:cubicBezTo>
                    <a:pt x="0" y="65181"/>
                    <a:pt x="968" y="66148"/>
                    <a:pt x="2169" y="66148"/>
                  </a:cubicBezTo>
                  <a:lnTo>
                    <a:pt x="40329" y="66148"/>
                  </a:lnTo>
                  <a:cubicBezTo>
                    <a:pt x="41530" y="66148"/>
                    <a:pt x="42497" y="65181"/>
                    <a:pt x="42497" y="63980"/>
                  </a:cubicBezTo>
                  <a:lnTo>
                    <a:pt x="42497" y="2169"/>
                  </a:lnTo>
                  <a:cubicBezTo>
                    <a:pt x="42497" y="968"/>
                    <a:pt x="41530" y="1"/>
                    <a:pt x="403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2"/>
            <p:cNvSpPr/>
            <p:nvPr/>
          </p:nvSpPr>
          <p:spPr>
            <a:xfrm>
              <a:off x="7435625" y="1671050"/>
              <a:ext cx="1062450" cy="150125"/>
            </a:xfrm>
            <a:custGeom>
              <a:avLst/>
              <a:gdLst/>
              <a:ahLst/>
              <a:cxnLst/>
              <a:rect l="l" t="t" r="r" b="b"/>
              <a:pathLst>
                <a:path w="42498" h="6005" extrusionOk="0">
                  <a:moveTo>
                    <a:pt x="1635" y="1"/>
                  </a:moveTo>
                  <a:cubicBezTo>
                    <a:pt x="734" y="1"/>
                    <a:pt x="0" y="734"/>
                    <a:pt x="0" y="1635"/>
                  </a:cubicBezTo>
                  <a:lnTo>
                    <a:pt x="0" y="6005"/>
                  </a:lnTo>
                  <a:lnTo>
                    <a:pt x="42497" y="6005"/>
                  </a:lnTo>
                  <a:lnTo>
                    <a:pt x="42497" y="1635"/>
                  </a:lnTo>
                  <a:cubicBezTo>
                    <a:pt x="42497" y="734"/>
                    <a:pt x="41764" y="1"/>
                    <a:pt x="408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7493175" y="1866200"/>
              <a:ext cx="949850" cy="1409350"/>
            </a:xfrm>
            <a:custGeom>
              <a:avLst/>
              <a:gdLst/>
              <a:ahLst/>
              <a:cxnLst/>
              <a:rect l="l" t="t" r="r" b="b"/>
              <a:pathLst>
                <a:path w="37994" h="56374" extrusionOk="0">
                  <a:moveTo>
                    <a:pt x="36259" y="56374"/>
                  </a:moveTo>
                  <a:lnTo>
                    <a:pt x="1768" y="56374"/>
                  </a:lnTo>
                  <a:cubicBezTo>
                    <a:pt x="801" y="56374"/>
                    <a:pt x="0" y="55607"/>
                    <a:pt x="0" y="54639"/>
                  </a:cubicBezTo>
                  <a:lnTo>
                    <a:pt x="0" y="1735"/>
                  </a:lnTo>
                  <a:cubicBezTo>
                    <a:pt x="0" y="767"/>
                    <a:pt x="801" y="0"/>
                    <a:pt x="1768" y="0"/>
                  </a:cubicBezTo>
                  <a:lnTo>
                    <a:pt x="36259" y="0"/>
                  </a:lnTo>
                  <a:cubicBezTo>
                    <a:pt x="37227" y="0"/>
                    <a:pt x="37994" y="767"/>
                    <a:pt x="37994" y="1735"/>
                  </a:cubicBezTo>
                  <a:lnTo>
                    <a:pt x="37994" y="54639"/>
                  </a:lnTo>
                  <a:cubicBezTo>
                    <a:pt x="37994" y="55607"/>
                    <a:pt x="37227" y="56374"/>
                    <a:pt x="36259" y="56374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7725000" y="1721075"/>
              <a:ext cx="50900" cy="25900"/>
            </a:xfrm>
            <a:custGeom>
              <a:avLst/>
              <a:gdLst/>
              <a:ahLst/>
              <a:cxnLst/>
              <a:rect l="l" t="t" r="r" b="b"/>
              <a:pathLst>
                <a:path w="2036" h="1036" extrusionOk="0">
                  <a:moveTo>
                    <a:pt x="1001" y="1"/>
                  </a:moveTo>
                  <a:cubicBezTo>
                    <a:pt x="434" y="1"/>
                    <a:pt x="0" y="435"/>
                    <a:pt x="0" y="1002"/>
                  </a:cubicBezTo>
                  <a:lnTo>
                    <a:pt x="0" y="1035"/>
                  </a:lnTo>
                  <a:cubicBezTo>
                    <a:pt x="0" y="468"/>
                    <a:pt x="434" y="1"/>
                    <a:pt x="1001" y="1"/>
                  </a:cubicBezTo>
                  <a:close/>
                  <a:moveTo>
                    <a:pt x="1001" y="1"/>
                  </a:moveTo>
                  <a:cubicBezTo>
                    <a:pt x="1568" y="1"/>
                    <a:pt x="2035" y="468"/>
                    <a:pt x="2035" y="1035"/>
                  </a:cubicBezTo>
                  <a:lnTo>
                    <a:pt x="2035" y="1002"/>
                  </a:lnTo>
                  <a:cubicBezTo>
                    <a:pt x="2035" y="435"/>
                    <a:pt x="1568" y="1"/>
                    <a:pt x="1001" y="1"/>
                  </a:cubicBezTo>
                  <a:close/>
                </a:path>
              </a:pathLst>
            </a:custGeom>
            <a:solidFill>
              <a:srgbClr val="84FA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7539025" y="2031300"/>
              <a:ext cx="674675" cy="15875"/>
            </a:xfrm>
            <a:custGeom>
              <a:avLst/>
              <a:gdLst/>
              <a:ahLst/>
              <a:cxnLst/>
              <a:rect l="l" t="t" r="r" b="b"/>
              <a:pathLst>
                <a:path w="26987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26686" y="635"/>
                  </a:lnTo>
                  <a:cubicBezTo>
                    <a:pt x="26853" y="635"/>
                    <a:pt x="26987" y="501"/>
                    <a:pt x="26987" y="301"/>
                  </a:cubicBezTo>
                  <a:cubicBezTo>
                    <a:pt x="26987" y="134"/>
                    <a:pt x="26853" y="1"/>
                    <a:pt x="2668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8255375" y="2031300"/>
              <a:ext cx="65075" cy="15875"/>
            </a:xfrm>
            <a:custGeom>
              <a:avLst/>
              <a:gdLst/>
              <a:ahLst/>
              <a:cxnLst/>
              <a:rect l="l" t="t" r="r" b="b"/>
              <a:pathLst>
                <a:path w="2603" h="635" extrusionOk="0">
                  <a:moveTo>
                    <a:pt x="301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5"/>
                    <a:pt x="301" y="635"/>
                  </a:cubicBezTo>
                  <a:lnTo>
                    <a:pt x="2269" y="635"/>
                  </a:lnTo>
                  <a:cubicBezTo>
                    <a:pt x="2436" y="635"/>
                    <a:pt x="2602" y="501"/>
                    <a:pt x="2602" y="301"/>
                  </a:cubicBezTo>
                  <a:cubicBezTo>
                    <a:pt x="2602" y="134"/>
                    <a:pt x="2436" y="1"/>
                    <a:pt x="2269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8345450" y="2031300"/>
              <a:ext cx="52550" cy="15875"/>
            </a:xfrm>
            <a:custGeom>
              <a:avLst/>
              <a:gdLst/>
              <a:ahLst/>
              <a:cxnLst/>
              <a:rect l="l" t="t" r="r" b="b"/>
              <a:pathLst>
                <a:path w="2102" h="635" extrusionOk="0">
                  <a:moveTo>
                    <a:pt x="300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5"/>
                    <a:pt x="300" y="635"/>
                  </a:cubicBezTo>
                  <a:lnTo>
                    <a:pt x="1768" y="635"/>
                  </a:lnTo>
                  <a:cubicBezTo>
                    <a:pt x="1968" y="635"/>
                    <a:pt x="2102" y="501"/>
                    <a:pt x="2102" y="301"/>
                  </a:cubicBezTo>
                  <a:cubicBezTo>
                    <a:pt x="2102" y="134"/>
                    <a:pt x="1968" y="1"/>
                    <a:pt x="1768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2"/>
            <p:cNvSpPr/>
            <p:nvPr/>
          </p:nvSpPr>
          <p:spPr>
            <a:xfrm>
              <a:off x="7539025" y="2105525"/>
              <a:ext cx="386150" cy="15875"/>
            </a:xfrm>
            <a:custGeom>
              <a:avLst/>
              <a:gdLst/>
              <a:ahLst/>
              <a:cxnLst/>
              <a:rect l="l" t="t" r="r" b="b"/>
              <a:pathLst>
                <a:path w="15446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15112" y="634"/>
                  </a:lnTo>
                  <a:cubicBezTo>
                    <a:pt x="15312" y="634"/>
                    <a:pt x="15445" y="501"/>
                    <a:pt x="15445" y="334"/>
                  </a:cubicBezTo>
                  <a:cubicBezTo>
                    <a:pt x="15445" y="134"/>
                    <a:pt x="15312" y="1"/>
                    <a:pt x="15112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7931800" y="2105525"/>
              <a:ext cx="121800" cy="15875"/>
            </a:xfrm>
            <a:custGeom>
              <a:avLst/>
              <a:gdLst/>
              <a:ahLst/>
              <a:cxnLst/>
              <a:rect l="l" t="t" r="r" b="b"/>
              <a:pathLst>
                <a:path w="4872" h="635" extrusionOk="0">
                  <a:moveTo>
                    <a:pt x="301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01" y="634"/>
                  </a:cubicBezTo>
                  <a:lnTo>
                    <a:pt x="4571" y="634"/>
                  </a:lnTo>
                  <a:cubicBezTo>
                    <a:pt x="4738" y="634"/>
                    <a:pt x="4871" y="501"/>
                    <a:pt x="4871" y="334"/>
                  </a:cubicBezTo>
                  <a:cubicBezTo>
                    <a:pt x="4871" y="134"/>
                    <a:pt x="4738" y="1"/>
                    <a:pt x="4571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7971850" y="2148050"/>
              <a:ext cx="81750" cy="16700"/>
            </a:xfrm>
            <a:custGeom>
              <a:avLst/>
              <a:gdLst/>
              <a:ahLst/>
              <a:cxnLst/>
              <a:rect l="l" t="t" r="r" b="b"/>
              <a:pathLst>
                <a:path w="3270" h="668" extrusionOk="0">
                  <a:moveTo>
                    <a:pt x="334" y="1"/>
                  </a:moveTo>
                  <a:cubicBezTo>
                    <a:pt x="134" y="1"/>
                    <a:pt x="0" y="168"/>
                    <a:pt x="0" y="334"/>
                  </a:cubicBezTo>
                  <a:cubicBezTo>
                    <a:pt x="0" y="535"/>
                    <a:pt x="134" y="668"/>
                    <a:pt x="334" y="668"/>
                  </a:cubicBezTo>
                  <a:lnTo>
                    <a:pt x="2969" y="668"/>
                  </a:lnTo>
                  <a:cubicBezTo>
                    <a:pt x="3136" y="668"/>
                    <a:pt x="3269" y="501"/>
                    <a:pt x="3269" y="334"/>
                  </a:cubicBezTo>
                  <a:cubicBezTo>
                    <a:pt x="3269" y="168"/>
                    <a:pt x="3136" y="1"/>
                    <a:pt x="2969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7931800" y="2148050"/>
              <a:ext cx="24225" cy="16700"/>
            </a:xfrm>
            <a:custGeom>
              <a:avLst/>
              <a:gdLst/>
              <a:ahLst/>
              <a:cxnLst/>
              <a:rect l="l" t="t" r="r" b="b"/>
              <a:pathLst>
                <a:path w="969" h="668" extrusionOk="0">
                  <a:moveTo>
                    <a:pt x="335" y="1"/>
                  </a:moveTo>
                  <a:cubicBezTo>
                    <a:pt x="168" y="1"/>
                    <a:pt x="1" y="168"/>
                    <a:pt x="1" y="334"/>
                  </a:cubicBezTo>
                  <a:cubicBezTo>
                    <a:pt x="1" y="535"/>
                    <a:pt x="168" y="668"/>
                    <a:pt x="335" y="668"/>
                  </a:cubicBezTo>
                  <a:lnTo>
                    <a:pt x="635" y="668"/>
                  </a:lnTo>
                  <a:cubicBezTo>
                    <a:pt x="802" y="668"/>
                    <a:pt x="968" y="501"/>
                    <a:pt x="968" y="334"/>
                  </a:cubicBezTo>
                  <a:cubicBezTo>
                    <a:pt x="968" y="168"/>
                    <a:pt x="835" y="1"/>
                    <a:pt x="635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7835900" y="2148050"/>
              <a:ext cx="73425" cy="16700"/>
            </a:xfrm>
            <a:custGeom>
              <a:avLst/>
              <a:gdLst/>
              <a:ahLst/>
              <a:cxnLst/>
              <a:rect l="l" t="t" r="r" b="b"/>
              <a:pathLst>
                <a:path w="2937" h="668" extrusionOk="0">
                  <a:moveTo>
                    <a:pt x="301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01" y="668"/>
                  </a:cubicBezTo>
                  <a:lnTo>
                    <a:pt x="2636" y="668"/>
                  </a:lnTo>
                  <a:cubicBezTo>
                    <a:pt x="2803" y="668"/>
                    <a:pt x="2936" y="501"/>
                    <a:pt x="2936" y="334"/>
                  </a:cubicBezTo>
                  <a:cubicBezTo>
                    <a:pt x="2936" y="168"/>
                    <a:pt x="2803" y="1"/>
                    <a:pt x="2636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7731675" y="2148050"/>
              <a:ext cx="74250" cy="16700"/>
            </a:xfrm>
            <a:custGeom>
              <a:avLst/>
              <a:gdLst/>
              <a:ahLst/>
              <a:cxnLst/>
              <a:rect l="l" t="t" r="r" b="b"/>
              <a:pathLst>
                <a:path w="2970" h="668" extrusionOk="0">
                  <a:moveTo>
                    <a:pt x="300" y="1"/>
                  </a:moveTo>
                  <a:cubicBezTo>
                    <a:pt x="134" y="1"/>
                    <a:pt x="0" y="168"/>
                    <a:pt x="0" y="334"/>
                  </a:cubicBezTo>
                  <a:cubicBezTo>
                    <a:pt x="0" y="535"/>
                    <a:pt x="134" y="668"/>
                    <a:pt x="300" y="668"/>
                  </a:cubicBezTo>
                  <a:lnTo>
                    <a:pt x="2635" y="668"/>
                  </a:lnTo>
                  <a:cubicBezTo>
                    <a:pt x="2802" y="668"/>
                    <a:pt x="2969" y="501"/>
                    <a:pt x="2936" y="334"/>
                  </a:cubicBezTo>
                  <a:cubicBezTo>
                    <a:pt x="2936" y="168"/>
                    <a:pt x="2802" y="1"/>
                    <a:pt x="2635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7627425" y="2148050"/>
              <a:ext cx="74250" cy="16700"/>
            </a:xfrm>
            <a:custGeom>
              <a:avLst/>
              <a:gdLst/>
              <a:ahLst/>
              <a:cxnLst/>
              <a:rect l="l" t="t" r="r" b="b"/>
              <a:pathLst>
                <a:path w="2970" h="668" extrusionOk="0">
                  <a:moveTo>
                    <a:pt x="301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01" y="668"/>
                  </a:cubicBezTo>
                  <a:lnTo>
                    <a:pt x="2636" y="668"/>
                  </a:lnTo>
                  <a:cubicBezTo>
                    <a:pt x="2803" y="668"/>
                    <a:pt x="2969" y="501"/>
                    <a:pt x="2969" y="334"/>
                  </a:cubicBezTo>
                  <a:cubicBezTo>
                    <a:pt x="2969" y="168"/>
                    <a:pt x="2803" y="1"/>
                    <a:pt x="2636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7627425" y="2200600"/>
              <a:ext cx="626300" cy="15875"/>
            </a:xfrm>
            <a:custGeom>
              <a:avLst/>
              <a:gdLst/>
              <a:ahLst/>
              <a:cxnLst/>
              <a:rect l="l" t="t" r="r" b="b"/>
              <a:pathLst>
                <a:path w="25052" h="635" extrusionOk="0">
                  <a:moveTo>
                    <a:pt x="301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34"/>
                    <a:pt x="301" y="634"/>
                  </a:cubicBezTo>
                  <a:lnTo>
                    <a:pt x="24718" y="634"/>
                  </a:lnTo>
                  <a:cubicBezTo>
                    <a:pt x="24885" y="634"/>
                    <a:pt x="25052" y="501"/>
                    <a:pt x="25018" y="334"/>
                  </a:cubicBezTo>
                  <a:cubicBezTo>
                    <a:pt x="25018" y="134"/>
                    <a:pt x="24885" y="0"/>
                    <a:pt x="247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7539025" y="2148050"/>
              <a:ext cx="37550" cy="16700"/>
            </a:xfrm>
            <a:custGeom>
              <a:avLst/>
              <a:gdLst/>
              <a:ahLst/>
              <a:cxnLst/>
              <a:rect l="l" t="t" r="r" b="b"/>
              <a:pathLst>
                <a:path w="1502" h="668" extrusionOk="0">
                  <a:moveTo>
                    <a:pt x="334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34" y="668"/>
                  </a:cubicBezTo>
                  <a:lnTo>
                    <a:pt x="1168" y="668"/>
                  </a:lnTo>
                  <a:cubicBezTo>
                    <a:pt x="1335" y="668"/>
                    <a:pt x="1502" y="501"/>
                    <a:pt x="1468" y="334"/>
                  </a:cubicBezTo>
                  <a:cubicBezTo>
                    <a:pt x="1468" y="168"/>
                    <a:pt x="1335" y="1"/>
                    <a:pt x="1168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7539025" y="2200600"/>
              <a:ext cx="37550" cy="15875"/>
            </a:xfrm>
            <a:custGeom>
              <a:avLst/>
              <a:gdLst/>
              <a:ahLst/>
              <a:cxnLst/>
              <a:rect l="l" t="t" r="r" b="b"/>
              <a:pathLst>
                <a:path w="1502" h="635" extrusionOk="0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1168" y="634"/>
                  </a:lnTo>
                  <a:cubicBezTo>
                    <a:pt x="1335" y="634"/>
                    <a:pt x="1502" y="501"/>
                    <a:pt x="1468" y="334"/>
                  </a:cubicBezTo>
                  <a:cubicBezTo>
                    <a:pt x="1468" y="134"/>
                    <a:pt x="1335" y="0"/>
                    <a:pt x="11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7539025" y="2252300"/>
              <a:ext cx="37550" cy="16700"/>
            </a:xfrm>
            <a:custGeom>
              <a:avLst/>
              <a:gdLst/>
              <a:ahLst/>
              <a:cxnLst/>
              <a:rect l="l" t="t" r="r" b="b"/>
              <a:pathLst>
                <a:path w="1502" h="668" extrusionOk="0">
                  <a:moveTo>
                    <a:pt x="334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168" y="668"/>
                  </a:lnTo>
                  <a:cubicBezTo>
                    <a:pt x="1335" y="668"/>
                    <a:pt x="1502" y="501"/>
                    <a:pt x="1468" y="334"/>
                  </a:cubicBezTo>
                  <a:cubicBezTo>
                    <a:pt x="1468" y="167"/>
                    <a:pt x="1335" y="1"/>
                    <a:pt x="1168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2"/>
            <p:cNvSpPr/>
            <p:nvPr/>
          </p:nvSpPr>
          <p:spPr>
            <a:xfrm>
              <a:off x="7539025" y="2304850"/>
              <a:ext cx="37550" cy="15850"/>
            </a:xfrm>
            <a:custGeom>
              <a:avLst/>
              <a:gdLst/>
              <a:ahLst/>
              <a:cxnLst/>
              <a:rect l="l" t="t" r="r" b="b"/>
              <a:pathLst>
                <a:path w="1502" h="634" extrusionOk="0">
                  <a:moveTo>
                    <a:pt x="334" y="0"/>
                  </a:moveTo>
                  <a:cubicBezTo>
                    <a:pt x="134" y="0"/>
                    <a:pt x="1" y="133"/>
                    <a:pt x="1" y="300"/>
                  </a:cubicBezTo>
                  <a:cubicBezTo>
                    <a:pt x="1" y="500"/>
                    <a:pt x="134" y="634"/>
                    <a:pt x="334" y="634"/>
                  </a:cubicBezTo>
                  <a:lnTo>
                    <a:pt x="1168" y="634"/>
                  </a:lnTo>
                  <a:cubicBezTo>
                    <a:pt x="1335" y="634"/>
                    <a:pt x="1502" y="500"/>
                    <a:pt x="1468" y="300"/>
                  </a:cubicBezTo>
                  <a:cubicBezTo>
                    <a:pt x="1468" y="133"/>
                    <a:pt x="1335" y="0"/>
                    <a:pt x="11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2"/>
            <p:cNvSpPr/>
            <p:nvPr/>
          </p:nvSpPr>
          <p:spPr>
            <a:xfrm>
              <a:off x="8292075" y="2200600"/>
              <a:ext cx="91750" cy="15875"/>
            </a:xfrm>
            <a:custGeom>
              <a:avLst/>
              <a:gdLst/>
              <a:ahLst/>
              <a:cxnLst/>
              <a:rect l="l" t="t" r="r" b="b"/>
              <a:pathLst>
                <a:path w="3670" h="635" extrusionOk="0">
                  <a:moveTo>
                    <a:pt x="300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1"/>
                    <a:pt x="134" y="634"/>
                    <a:pt x="300" y="634"/>
                  </a:cubicBezTo>
                  <a:lnTo>
                    <a:pt x="3336" y="634"/>
                  </a:lnTo>
                  <a:cubicBezTo>
                    <a:pt x="3503" y="634"/>
                    <a:pt x="3670" y="501"/>
                    <a:pt x="3670" y="334"/>
                  </a:cubicBezTo>
                  <a:cubicBezTo>
                    <a:pt x="3670" y="134"/>
                    <a:pt x="3536" y="0"/>
                    <a:pt x="3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2"/>
            <p:cNvSpPr/>
            <p:nvPr/>
          </p:nvSpPr>
          <p:spPr>
            <a:xfrm>
              <a:off x="7624925" y="2252300"/>
              <a:ext cx="264375" cy="16700"/>
            </a:xfrm>
            <a:custGeom>
              <a:avLst/>
              <a:gdLst/>
              <a:ahLst/>
              <a:cxnLst/>
              <a:rect l="l" t="t" r="r" b="b"/>
              <a:pathLst>
                <a:path w="10575" h="668" extrusionOk="0">
                  <a:moveTo>
                    <a:pt x="334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0275" y="668"/>
                  </a:lnTo>
                  <a:cubicBezTo>
                    <a:pt x="10441" y="668"/>
                    <a:pt x="10575" y="501"/>
                    <a:pt x="10575" y="334"/>
                  </a:cubicBezTo>
                  <a:cubicBezTo>
                    <a:pt x="10575" y="167"/>
                    <a:pt x="10441" y="1"/>
                    <a:pt x="10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2"/>
            <p:cNvSpPr/>
            <p:nvPr/>
          </p:nvSpPr>
          <p:spPr>
            <a:xfrm>
              <a:off x="7971850" y="2412425"/>
              <a:ext cx="299400" cy="16700"/>
            </a:xfrm>
            <a:custGeom>
              <a:avLst/>
              <a:gdLst/>
              <a:ahLst/>
              <a:cxnLst/>
              <a:rect l="l" t="t" r="r" b="b"/>
              <a:pathLst>
                <a:path w="11976" h="668" extrusionOk="0">
                  <a:moveTo>
                    <a:pt x="300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0"/>
                    <a:pt x="134" y="667"/>
                    <a:pt x="300" y="667"/>
                  </a:cubicBezTo>
                  <a:lnTo>
                    <a:pt x="11642" y="667"/>
                  </a:lnTo>
                  <a:cubicBezTo>
                    <a:pt x="11842" y="667"/>
                    <a:pt x="11975" y="500"/>
                    <a:pt x="11975" y="334"/>
                  </a:cubicBezTo>
                  <a:cubicBezTo>
                    <a:pt x="11975" y="134"/>
                    <a:pt x="11842" y="0"/>
                    <a:pt x="116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2"/>
            <p:cNvSpPr/>
            <p:nvPr/>
          </p:nvSpPr>
          <p:spPr>
            <a:xfrm>
              <a:off x="8049400" y="2359050"/>
              <a:ext cx="221850" cy="16700"/>
            </a:xfrm>
            <a:custGeom>
              <a:avLst/>
              <a:gdLst/>
              <a:ahLst/>
              <a:cxnLst/>
              <a:rect l="l" t="t" r="r" b="b"/>
              <a:pathLst>
                <a:path w="8874" h="668" extrusionOk="0">
                  <a:moveTo>
                    <a:pt x="334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1"/>
                    <a:pt x="134" y="667"/>
                    <a:pt x="334" y="667"/>
                  </a:cubicBezTo>
                  <a:lnTo>
                    <a:pt x="8540" y="667"/>
                  </a:lnTo>
                  <a:cubicBezTo>
                    <a:pt x="8740" y="667"/>
                    <a:pt x="8873" y="501"/>
                    <a:pt x="8873" y="334"/>
                  </a:cubicBezTo>
                  <a:cubicBezTo>
                    <a:pt x="8873" y="134"/>
                    <a:pt x="8740" y="0"/>
                    <a:pt x="85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2"/>
            <p:cNvSpPr/>
            <p:nvPr/>
          </p:nvSpPr>
          <p:spPr>
            <a:xfrm>
              <a:off x="8173650" y="2304850"/>
              <a:ext cx="97600" cy="15850"/>
            </a:xfrm>
            <a:custGeom>
              <a:avLst/>
              <a:gdLst/>
              <a:ahLst/>
              <a:cxnLst/>
              <a:rect l="l" t="t" r="r" b="b"/>
              <a:pathLst>
                <a:path w="3904" h="634" extrusionOk="0">
                  <a:moveTo>
                    <a:pt x="301" y="0"/>
                  </a:moveTo>
                  <a:cubicBezTo>
                    <a:pt x="134" y="0"/>
                    <a:pt x="1" y="133"/>
                    <a:pt x="1" y="300"/>
                  </a:cubicBezTo>
                  <a:cubicBezTo>
                    <a:pt x="1" y="500"/>
                    <a:pt x="134" y="634"/>
                    <a:pt x="301" y="634"/>
                  </a:cubicBezTo>
                  <a:lnTo>
                    <a:pt x="3570" y="634"/>
                  </a:lnTo>
                  <a:cubicBezTo>
                    <a:pt x="3770" y="634"/>
                    <a:pt x="3903" y="500"/>
                    <a:pt x="3903" y="300"/>
                  </a:cubicBezTo>
                  <a:cubicBezTo>
                    <a:pt x="3903" y="133"/>
                    <a:pt x="3770" y="0"/>
                    <a:pt x="35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2"/>
            <p:cNvSpPr/>
            <p:nvPr/>
          </p:nvSpPr>
          <p:spPr>
            <a:xfrm>
              <a:off x="7539025" y="1958750"/>
              <a:ext cx="312750" cy="15875"/>
            </a:xfrm>
            <a:custGeom>
              <a:avLst/>
              <a:gdLst/>
              <a:ahLst/>
              <a:cxnLst/>
              <a:rect l="l" t="t" r="r" b="b"/>
              <a:pathLst>
                <a:path w="12510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12176" y="635"/>
                  </a:lnTo>
                  <a:cubicBezTo>
                    <a:pt x="12376" y="635"/>
                    <a:pt x="12510" y="501"/>
                    <a:pt x="12510" y="334"/>
                  </a:cubicBezTo>
                  <a:cubicBezTo>
                    <a:pt x="12510" y="134"/>
                    <a:pt x="12376" y="1"/>
                    <a:pt x="12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2"/>
            <p:cNvSpPr/>
            <p:nvPr/>
          </p:nvSpPr>
          <p:spPr>
            <a:xfrm>
              <a:off x="7539025" y="2539175"/>
              <a:ext cx="505400" cy="16700"/>
            </a:xfrm>
            <a:custGeom>
              <a:avLst/>
              <a:gdLst/>
              <a:ahLst/>
              <a:cxnLst/>
              <a:rect l="l" t="t" r="r" b="b"/>
              <a:pathLst>
                <a:path w="20216" h="668" extrusionOk="0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215" y="501"/>
                    <a:pt x="20182" y="334"/>
                  </a:cubicBezTo>
                  <a:cubicBezTo>
                    <a:pt x="20182" y="134"/>
                    <a:pt x="20048" y="0"/>
                    <a:pt x="19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2"/>
            <p:cNvSpPr/>
            <p:nvPr/>
          </p:nvSpPr>
          <p:spPr>
            <a:xfrm>
              <a:off x="7539025" y="2603375"/>
              <a:ext cx="505400" cy="16725"/>
            </a:xfrm>
            <a:custGeom>
              <a:avLst/>
              <a:gdLst/>
              <a:ahLst/>
              <a:cxnLst/>
              <a:rect l="l" t="t" r="r" b="b"/>
              <a:pathLst>
                <a:path w="20216" h="669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215" y="501"/>
                    <a:pt x="20182" y="334"/>
                  </a:cubicBezTo>
                  <a:cubicBezTo>
                    <a:pt x="20182" y="134"/>
                    <a:pt x="20048" y="1"/>
                    <a:pt x="198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2"/>
            <p:cNvSpPr/>
            <p:nvPr/>
          </p:nvSpPr>
          <p:spPr>
            <a:xfrm>
              <a:off x="7539025" y="2667600"/>
              <a:ext cx="504550" cy="16700"/>
            </a:xfrm>
            <a:custGeom>
              <a:avLst/>
              <a:gdLst/>
              <a:ahLst/>
              <a:cxnLst/>
              <a:rect l="l" t="t" r="r" b="b"/>
              <a:pathLst>
                <a:path w="20182" h="668" extrusionOk="0">
                  <a:moveTo>
                    <a:pt x="334" y="0"/>
                  </a:moveTo>
                  <a:cubicBezTo>
                    <a:pt x="134" y="0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182" y="501"/>
                    <a:pt x="20182" y="334"/>
                  </a:cubicBezTo>
                  <a:cubicBezTo>
                    <a:pt x="20182" y="167"/>
                    <a:pt x="20048" y="0"/>
                    <a:pt x="19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7539025" y="3051200"/>
              <a:ext cx="504550" cy="15875"/>
            </a:xfrm>
            <a:custGeom>
              <a:avLst/>
              <a:gdLst/>
              <a:ahLst/>
              <a:cxnLst/>
              <a:rect l="l" t="t" r="r" b="b"/>
              <a:pathLst>
                <a:path w="20182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19882" y="635"/>
                  </a:lnTo>
                  <a:cubicBezTo>
                    <a:pt x="20048" y="635"/>
                    <a:pt x="20182" y="501"/>
                    <a:pt x="20182" y="334"/>
                  </a:cubicBezTo>
                  <a:cubicBezTo>
                    <a:pt x="20182" y="134"/>
                    <a:pt x="20048" y="1"/>
                    <a:pt x="198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7998525" y="2464950"/>
              <a:ext cx="150125" cy="15875"/>
            </a:xfrm>
            <a:custGeom>
              <a:avLst/>
              <a:gdLst/>
              <a:ahLst/>
              <a:cxnLst/>
              <a:rect l="l" t="t" r="r" b="b"/>
              <a:pathLst>
                <a:path w="6005" h="635" extrusionOk="0">
                  <a:moveTo>
                    <a:pt x="334" y="1"/>
                  </a:moveTo>
                  <a:cubicBezTo>
                    <a:pt x="167" y="1"/>
                    <a:pt x="1" y="134"/>
                    <a:pt x="1" y="334"/>
                  </a:cubicBezTo>
                  <a:cubicBezTo>
                    <a:pt x="1" y="501"/>
                    <a:pt x="167" y="634"/>
                    <a:pt x="334" y="634"/>
                  </a:cubicBezTo>
                  <a:lnTo>
                    <a:pt x="5671" y="634"/>
                  </a:lnTo>
                  <a:cubicBezTo>
                    <a:pt x="5838" y="634"/>
                    <a:pt x="6005" y="501"/>
                    <a:pt x="6005" y="334"/>
                  </a:cubicBezTo>
                  <a:cubicBezTo>
                    <a:pt x="6005" y="134"/>
                    <a:pt x="5838" y="1"/>
                    <a:pt x="5671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2"/>
            <p:cNvSpPr/>
            <p:nvPr/>
          </p:nvSpPr>
          <p:spPr>
            <a:xfrm>
              <a:off x="8197825" y="2464950"/>
              <a:ext cx="200175" cy="15875"/>
            </a:xfrm>
            <a:custGeom>
              <a:avLst/>
              <a:gdLst/>
              <a:ahLst/>
              <a:cxnLst/>
              <a:rect l="l" t="t" r="r" b="b"/>
              <a:pathLst>
                <a:path w="8007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7673" y="634"/>
                  </a:lnTo>
                  <a:cubicBezTo>
                    <a:pt x="7873" y="634"/>
                    <a:pt x="8007" y="501"/>
                    <a:pt x="8007" y="334"/>
                  </a:cubicBezTo>
                  <a:cubicBezTo>
                    <a:pt x="8007" y="134"/>
                    <a:pt x="7873" y="1"/>
                    <a:pt x="7673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8197825" y="2539175"/>
              <a:ext cx="200175" cy="16700"/>
            </a:xfrm>
            <a:custGeom>
              <a:avLst/>
              <a:gdLst/>
              <a:ahLst/>
              <a:cxnLst/>
              <a:rect l="l" t="t" r="r" b="b"/>
              <a:pathLst>
                <a:path w="8007" h="668" extrusionOk="0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7673" y="668"/>
                  </a:lnTo>
                  <a:cubicBezTo>
                    <a:pt x="7873" y="668"/>
                    <a:pt x="8007" y="501"/>
                    <a:pt x="8007" y="334"/>
                  </a:cubicBezTo>
                  <a:cubicBezTo>
                    <a:pt x="8007" y="134"/>
                    <a:pt x="7873" y="0"/>
                    <a:pt x="7673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7539025" y="3148775"/>
              <a:ext cx="76750" cy="15875"/>
            </a:xfrm>
            <a:custGeom>
              <a:avLst/>
              <a:gdLst/>
              <a:ahLst/>
              <a:cxnLst/>
              <a:rect l="l" t="t" r="r" b="b"/>
              <a:pathLst>
                <a:path w="3070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70" y="501"/>
                    <a:pt x="3070" y="301"/>
                  </a:cubicBezTo>
                  <a:cubicBezTo>
                    <a:pt x="3070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2"/>
            <p:cNvSpPr/>
            <p:nvPr/>
          </p:nvSpPr>
          <p:spPr>
            <a:xfrm>
              <a:off x="7539025" y="3197150"/>
              <a:ext cx="76750" cy="16700"/>
            </a:xfrm>
            <a:custGeom>
              <a:avLst/>
              <a:gdLst/>
              <a:ahLst/>
              <a:cxnLst/>
              <a:rect l="l" t="t" r="r" b="b"/>
              <a:pathLst>
                <a:path w="3070" h="668" extrusionOk="0">
                  <a:moveTo>
                    <a:pt x="334" y="0"/>
                  </a:moveTo>
                  <a:cubicBezTo>
                    <a:pt x="134" y="0"/>
                    <a:pt x="1" y="167"/>
                    <a:pt x="1" y="334"/>
                  </a:cubicBezTo>
                  <a:cubicBezTo>
                    <a:pt x="1" y="501"/>
                    <a:pt x="134" y="667"/>
                    <a:pt x="334" y="667"/>
                  </a:cubicBezTo>
                  <a:lnTo>
                    <a:pt x="2736" y="667"/>
                  </a:lnTo>
                  <a:cubicBezTo>
                    <a:pt x="2903" y="667"/>
                    <a:pt x="3070" y="501"/>
                    <a:pt x="3070" y="334"/>
                  </a:cubicBezTo>
                  <a:cubicBezTo>
                    <a:pt x="3070" y="167"/>
                    <a:pt x="2903" y="0"/>
                    <a:pt x="2736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2"/>
            <p:cNvSpPr/>
            <p:nvPr/>
          </p:nvSpPr>
          <p:spPr>
            <a:xfrm>
              <a:off x="7635775" y="3197150"/>
              <a:ext cx="469525" cy="16700"/>
            </a:xfrm>
            <a:custGeom>
              <a:avLst/>
              <a:gdLst/>
              <a:ahLst/>
              <a:cxnLst/>
              <a:rect l="l" t="t" r="r" b="b"/>
              <a:pathLst>
                <a:path w="18781" h="668" extrusionOk="0">
                  <a:moveTo>
                    <a:pt x="300" y="0"/>
                  </a:moveTo>
                  <a:cubicBezTo>
                    <a:pt x="134" y="0"/>
                    <a:pt x="0" y="167"/>
                    <a:pt x="0" y="334"/>
                  </a:cubicBezTo>
                  <a:cubicBezTo>
                    <a:pt x="0" y="501"/>
                    <a:pt x="134" y="667"/>
                    <a:pt x="300" y="667"/>
                  </a:cubicBezTo>
                  <a:lnTo>
                    <a:pt x="18447" y="667"/>
                  </a:lnTo>
                  <a:cubicBezTo>
                    <a:pt x="18647" y="667"/>
                    <a:pt x="18780" y="501"/>
                    <a:pt x="18780" y="334"/>
                  </a:cubicBezTo>
                  <a:cubicBezTo>
                    <a:pt x="18780" y="167"/>
                    <a:pt x="18647" y="0"/>
                    <a:pt x="18447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2"/>
            <p:cNvSpPr/>
            <p:nvPr/>
          </p:nvSpPr>
          <p:spPr>
            <a:xfrm>
              <a:off x="7657450" y="3148775"/>
              <a:ext cx="75900" cy="15875"/>
            </a:xfrm>
            <a:custGeom>
              <a:avLst/>
              <a:gdLst/>
              <a:ahLst/>
              <a:cxnLst/>
              <a:rect l="l" t="t" r="r" b="b"/>
              <a:pathLst>
                <a:path w="3036" h="635" extrusionOk="0">
                  <a:moveTo>
                    <a:pt x="301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1" y="634"/>
                  </a:cubicBezTo>
                  <a:lnTo>
                    <a:pt x="2736" y="634"/>
                  </a:lnTo>
                  <a:cubicBezTo>
                    <a:pt x="2903" y="634"/>
                    <a:pt x="3036" y="501"/>
                    <a:pt x="3036" y="301"/>
                  </a:cubicBezTo>
                  <a:cubicBezTo>
                    <a:pt x="3036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2"/>
            <p:cNvSpPr/>
            <p:nvPr/>
          </p:nvSpPr>
          <p:spPr>
            <a:xfrm>
              <a:off x="7775025" y="3148775"/>
              <a:ext cx="76750" cy="15875"/>
            </a:xfrm>
            <a:custGeom>
              <a:avLst/>
              <a:gdLst/>
              <a:ahLst/>
              <a:cxnLst/>
              <a:rect l="l" t="t" r="r" b="b"/>
              <a:pathLst>
                <a:path w="3070" h="635" extrusionOk="0">
                  <a:moveTo>
                    <a:pt x="334" y="1"/>
                  </a:moveTo>
                  <a:cubicBezTo>
                    <a:pt x="168" y="1"/>
                    <a:pt x="1" y="134"/>
                    <a:pt x="1" y="301"/>
                  </a:cubicBezTo>
                  <a:cubicBezTo>
                    <a:pt x="1" y="501"/>
                    <a:pt x="168" y="634"/>
                    <a:pt x="334" y="634"/>
                  </a:cubicBezTo>
                  <a:lnTo>
                    <a:pt x="2736" y="634"/>
                  </a:lnTo>
                  <a:cubicBezTo>
                    <a:pt x="2936" y="634"/>
                    <a:pt x="3070" y="501"/>
                    <a:pt x="3070" y="301"/>
                  </a:cubicBezTo>
                  <a:cubicBezTo>
                    <a:pt x="3070" y="134"/>
                    <a:pt x="2936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2"/>
            <p:cNvSpPr/>
            <p:nvPr/>
          </p:nvSpPr>
          <p:spPr>
            <a:xfrm>
              <a:off x="7893450" y="3148775"/>
              <a:ext cx="75925" cy="15875"/>
            </a:xfrm>
            <a:custGeom>
              <a:avLst/>
              <a:gdLst/>
              <a:ahLst/>
              <a:cxnLst/>
              <a:rect l="l" t="t" r="r" b="b"/>
              <a:pathLst>
                <a:path w="3037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36" y="501"/>
                    <a:pt x="3036" y="301"/>
                  </a:cubicBezTo>
                  <a:cubicBezTo>
                    <a:pt x="3036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2"/>
            <p:cNvSpPr/>
            <p:nvPr/>
          </p:nvSpPr>
          <p:spPr>
            <a:xfrm>
              <a:off x="8011875" y="3148775"/>
              <a:ext cx="75900" cy="15875"/>
            </a:xfrm>
            <a:custGeom>
              <a:avLst/>
              <a:gdLst/>
              <a:ahLst/>
              <a:cxnLst/>
              <a:rect l="l" t="t" r="r" b="b"/>
              <a:pathLst>
                <a:path w="3036" h="635" extrusionOk="0">
                  <a:moveTo>
                    <a:pt x="300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0" y="634"/>
                  </a:cubicBezTo>
                  <a:lnTo>
                    <a:pt x="2702" y="634"/>
                  </a:lnTo>
                  <a:cubicBezTo>
                    <a:pt x="2902" y="634"/>
                    <a:pt x="3036" y="501"/>
                    <a:pt x="3036" y="301"/>
                  </a:cubicBezTo>
                  <a:cubicBezTo>
                    <a:pt x="3036" y="134"/>
                    <a:pt x="2902" y="1"/>
                    <a:pt x="2702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2"/>
            <p:cNvSpPr/>
            <p:nvPr/>
          </p:nvSpPr>
          <p:spPr>
            <a:xfrm>
              <a:off x="8129450" y="3148775"/>
              <a:ext cx="76750" cy="15875"/>
            </a:xfrm>
            <a:custGeom>
              <a:avLst/>
              <a:gdLst/>
              <a:ahLst/>
              <a:cxnLst/>
              <a:rect l="l" t="t" r="r" b="b"/>
              <a:pathLst>
                <a:path w="3070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69" y="501"/>
                    <a:pt x="3069" y="301"/>
                  </a:cubicBezTo>
                  <a:cubicBezTo>
                    <a:pt x="3069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8247875" y="3148775"/>
              <a:ext cx="51725" cy="15875"/>
            </a:xfrm>
            <a:custGeom>
              <a:avLst/>
              <a:gdLst/>
              <a:ahLst/>
              <a:cxnLst/>
              <a:rect l="l" t="t" r="r" b="b"/>
              <a:pathLst>
                <a:path w="2069" h="635" extrusionOk="0">
                  <a:moveTo>
                    <a:pt x="301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1" y="634"/>
                  </a:cubicBezTo>
                  <a:lnTo>
                    <a:pt x="1768" y="634"/>
                  </a:lnTo>
                  <a:cubicBezTo>
                    <a:pt x="1935" y="634"/>
                    <a:pt x="2068" y="501"/>
                    <a:pt x="2068" y="301"/>
                  </a:cubicBezTo>
                  <a:cubicBezTo>
                    <a:pt x="2068" y="134"/>
                    <a:pt x="1935" y="1"/>
                    <a:pt x="1768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2"/>
            <p:cNvSpPr/>
            <p:nvPr/>
          </p:nvSpPr>
          <p:spPr>
            <a:xfrm>
              <a:off x="8089425" y="1209875"/>
              <a:ext cx="816450" cy="748075"/>
            </a:xfrm>
            <a:custGeom>
              <a:avLst/>
              <a:gdLst/>
              <a:ahLst/>
              <a:cxnLst/>
              <a:rect l="l" t="t" r="r" b="b"/>
              <a:pathLst>
                <a:path w="32658" h="29923" extrusionOk="0">
                  <a:moveTo>
                    <a:pt x="1335" y="1"/>
                  </a:moveTo>
                  <a:cubicBezTo>
                    <a:pt x="601" y="1"/>
                    <a:pt x="0" y="601"/>
                    <a:pt x="0" y="1302"/>
                  </a:cubicBezTo>
                  <a:lnTo>
                    <a:pt x="0" y="28621"/>
                  </a:lnTo>
                  <a:cubicBezTo>
                    <a:pt x="0" y="29355"/>
                    <a:pt x="601" y="29922"/>
                    <a:pt x="1335" y="29922"/>
                  </a:cubicBezTo>
                  <a:lnTo>
                    <a:pt x="31356" y="29922"/>
                  </a:lnTo>
                  <a:cubicBezTo>
                    <a:pt x="32090" y="29922"/>
                    <a:pt x="32657" y="29355"/>
                    <a:pt x="32657" y="28621"/>
                  </a:cubicBezTo>
                  <a:lnTo>
                    <a:pt x="32657" y="1302"/>
                  </a:lnTo>
                  <a:cubicBezTo>
                    <a:pt x="32657" y="601"/>
                    <a:pt x="32090" y="1"/>
                    <a:pt x="31356" y="1"/>
                  </a:cubicBezTo>
                  <a:close/>
                </a:path>
              </a:pathLst>
            </a:custGeom>
            <a:solidFill>
              <a:srgbClr val="B8B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2"/>
            <p:cNvSpPr/>
            <p:nvPr/>
          </p:nvSpPr>
          <p:spPr>
            <a:xfrm>
              <a:off x="8134450" y="1359150"/>
              <a:ext cx="729725" cy="561275"/>
            </a:xfrm>
            <a:custGeom>
              <a:avLst/>
              <a:gdLst/>
              <a:ahLst/>
              <a:cxnLst/>
              <a:rect l="l" t="t" r="r" b="b"/>
              <a:pathLst>
                <a:path w="29189" h="22451" extrusionOk="0">
                  <a:moveTo>
                    <a:pt x="28188" y="22450"/>
                  </a:moveTo>
                  <a:lnTo>
                    <a:pt x="1001" y="22450"/>
                  </a:lnTo>
                  <a:cubicBezTo>
                    <a:pt x="434" y="22450"/>
                    <a:pt x="1" y="22017"/>
                    <a:pt x="1" y="21450"/>
                  </a:cubicBezTo>
                  <a:lnTo>
                    <a:pt x="1" y="1002"/>
                  </a:lnTo>
                  <a:cubicBezTo>
                    <a:pt x="1" y="468"/>
                    <a:pt x="434" y="1"/>
                    <a:pt x="1001" y="1"/>
                  </a:cubicBezTo>
                  <a:lnTo>
                    <a:pt x="28188" y="1"/>
                  </a:lnTo>
                  <a:cubicBezTo>
                    <a:pt x="28755" y="1"/>
                    <a:pt x="29188" y="468"/>
                    <a:pt x="29188" y="1002"/>
                  </a:cubicBezTo>
                  <a:lnTo>
                    <a:pt x="29188" y="21450"/>
                  </a:lnTo>
                  <a:cubicBezTo>
                    <a:pt x="29188" y="22017"/>
                    <a:pt x="28755" y="22450"/>
                    <a:pt x="28188" y="22450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2"/>
            <p:cNvSpPr/>
            <p:nvPr/>
          </p:nvSpPr>
          <p:spPr>
            <a:xfrm>
              <a:off x="8169475" y="1485925"/>
              <a:ext cx="518725" cy="12525"/>
            </a:xfrm>
            <a:custGeom>
              <a:avLst/>
              <a:gdLst/>
              <a:ahLst/>
              <a:cxnLst/>
              <a:rect l="l" t="t" r="r" b="b"/>
              <a:pathLst>
                <a:path w="20749" h="501" extrusionOk="0">
                  <a:moveTo>
                    <a:pt x="234" y="0"/>
                  </a:moveTo>
                  <a:cubicBezTo>
                    <a:pt x="101" y="0"/>
                    <a:pt x="1" y="134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20482" y="501"/>
                  </a:lnTo>
                  <a:cubicBezTo>
                    <a:pt x="20615" y="501"/>
                    <a:pt x="20749" y="401"/>
                    <a:pt x="20716" y="267"/>
                  </a:cubicBezTo>
                  <a:cubicBezTo>
                    <a:pt x="20716" y="134"/>
                    <a:pt x="20615" y="0"/>
                    <a:pt x="20482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2"/>
            <p:cNvSpPr/>
            <p:nvPr/>
          </p:nvSpPr>
          <p:spPr>
            <a:xfrm>
              <a:off x="8719875" y="1485925"/>
              <a:ext cx="50050" cy="12525"/>
            </a:xfrm>
            <a:custGeom>
              <a:avLst/>
              <a:gdLst/>
              <a:ahLst/>
              <a:cxnLst/>
              <a:rect l="l" t="t" r="r" b="b"/>
              <a:pathLst>
                <a:path w="2002" h="501" extrusionOk="0">
                  <a:moveTo>
                    <a:pt x="234" y="0"/>
                  </a:moveTo>
                  <a:cubicBezTo>
                    <a:pt x="101" y="0"/>
                    <a:pt x="0" y="134"/>
                    <a:pt x="0" y="267"/>
                  </a:cubicBezTo>
                  <a:cubicBezTo>
                    <a:pt x="0" y="401"/>
                    <a:pt x="101" y="501"/>
                    <a:pt x="234" y="501"/>
                  </a:cubicBezTo>
                  <a:lnTo>
                    <a:pt x="1735" y="501"/>
                  </a:lnTo>
                  <a:cubicBezTo>
                    <a:pt x="1868" y="501"/>
                    <a:pt x="2002" y="401"/>
                    <a:pt x="2002" y="267"/>
                  </a:cubicBezTo>
                  <a:cubicBezTo>
                    <a:pt x="2002" y="134"/>
                    <a:pt x="1868" y="0"/>
                    <a:pt x="173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2"/>
            <p:cNvSpPr/>
            <p:nvPr/>
          </p:nvSpPr>
          <p:spPr>
            <a:xfrm>
              <a:off x="8169475" y="1543450"/>
              <a:ext cx="296900" cy="12550"/>
            </a:xfrm>
            <a:custGeom>
              <a:avLst/>
              <a:gdLst/>
              <a:ahLst/>
              <a:cxnLst/>
              <a:rect l="l" t="t" r="r" b="b"/>
              <a:pathLst>
                <a:path w="11876" h="502" extrusionOk="0">
                  <a:moveTo>
                    <a:pt x="234" y="1"/>
                  </a:moveTo>
                  <a:cubicBezTo>
                    <a:pt x="101" y="1"/>
                    <a:pt x="1" y="134"/>
                    <a:pt x="1" y="268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11609" y="501"/>
                  </a:lnTo>
                  <a:cubicBezTo>
                    <a:pt x="11742" y="501"/>
                    <a:pt x="11876" y="401"/>
                    <a:pt x="11876" y="268"/>
                  </a:cubicBezTo>
                  <a:cubicBezTo>
                    <a:pt x="11876" y="134"/>
                    <a:pt x="11742" y="1"/>
                    <a:pt x="11609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2"/>
            <p:cNvSpPr/>
            <p:nvPr/>
          </p:nvSpPr>
          <p:spPr>
            <a:xfrm>
              <a:off x="8470525" y="1543450"/>
              <a:ext cx="94275" cy="12550"/>
            </a:xfrm>
            <a:custGeom>
              <a:avLst/>
              <a:gdLst/>
              <a:ahLst/>
              <a:cxnLst/>
              <a:rect l="l" t="t" r="r" b="b"/>
              <a:pathLst>
                <a:path w="3771" h="502" extrusionOk="0">
                  <a:moveTo>
                    <a:pt x="268" y="1"/>
                  </a:moveTo>
                  <a:cubicBezTo>
                    <a:pt x="134" y="1"/>
                    <a:pt x="1" y="134"/>
                    <a:pt x="1" y="268"/>
                  </a:cubicBezTo>
                  <a:cubicBezTo>
                    <a:pt x="1" y="401"/>
                    <a:pt x="134" y="501"/>
                    <a:pt x="268" y="501"/>
                  </a:cubicBezTo>
                  <a:lnTo>
                    <a:pt x="3537" y="501"/>
                  </a:lnTo>
                  <a:cubicBezTo>
                    <a:pt x="3670" y="501"/>
                    <a:pt x="3770" y="401"/>
                    <a:pt x="3770" y="268"/>
                  </a:cubicBezTo>
                  <a:cubicBezTo>
                    <a:pt x="3770" y="134"/>
                    <a:pt x="3670" y="1"/>
                    <a:pt x="3537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2"/>
            <p:cNvSpPr/>
            <p:nvPr/>
          </p:nvSpPr>
          <p:spPr>
            <a:xfrm>
              <a:off x="8502225" y="1576825"/>
              <a:ext cx="62575" cy="11700"/>
            </a:xfrm>
            <a:custGeom>
              <a:avLst/>
              <a:gdLst/>
              <a:ahLst/>
              <a:cxnLst/>
              <a:rect l="l" t="t" r="r" b="b"/>
              <a:pathLst>
                <a:path w="2503" h="468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2269" y="467"/>
                  </a:lnTo>
                  <a:cubicBezTo>
                    <a:pt x="2402" y="467"/>
                    <a:pt x="2502" y="367"/>
                    <a:pt x="2502" y="234"/>
                  </a:cubicBezTo>
                  <a:cubicBezTo>
                    <a:pt x="2502" y="100"/>
                    <a:pt x="2402" y="0"/>
                    <a:pt x="2269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2"/>
            <p:cNvSpPr/>
            <p:nvPr/>
          </p:nvSpPr>
          <p:spPr>
            <a:xfrm>
              <a:off x="8471375" y="1576825"/>
              <a:ext cx="18350" cy="11700"/>
            </a:xfrm>
            <a:custGeom>
              <a:avLst/>
              <a:gdLst/>
              <a:ahLst/>
              <a:cxnLst/>
              <a:rect l="l" t="t" r="r" b="b"/>
              <a:pathLst>
                <a:path w="734" h="468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467" y="467"/>
                  </a:lnTo>
                  <a:cubicBezTo>
                    <a:pt x="600" y="467"/>
                    <a:pt x="734" y="367"/>
                    <a:pt x="734" y="234"/>
                  </a:cubicBezTo>
                  <a:cubicBezTo>
                    <a:pt x="734" y="100"/>
                    <a:pt x="600" y="0"/>
                    <a:pt x="467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2"/>
            <p:cNvSpPr/>
            <p:nvPr/>
          </p:nvSpPr>
          <p:spPr>
            <a:xfrm>
              <a:off x="8397150" y="1576825"/>
              <a:ext cx="56725" cy="11700"/>
            </a:xfrm>
            <a:custGeom>
              <a:avLst/>
              <a:gdLst/>
              <a:ahLst/>
              <a:cxnLst/>
              <a:rect l="l" t="t" r="r" b="b"/>
              <a:pathLst>
                <a:path w="2269" h="468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2035" y="467"/>
                  </a:lnTo>
                  <a:cubicBezTo>
                    <a:pt x="2168" y="467"/>
                    <a:pt x="2269" y="367"/>
                    <a:pt x="2269" y="234"/>
                  </a:cubicBezTo>
                  <a:cubicBezTo>
                    <a:pt x="2269" y="100"/>
                    <a:pt x="2168" y="0"/>
                    <a:pt x="2035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2"/>
            <p:cNvSpPr/>
            <p:nvPr/>
          </p:nvSpPr>
          <p:spPr>
            <a:xfrm>
              <a:off x="8317075" y="1576825"/>
              <a:ext cx="56750" cy="11700"/>
            </a:xfrm>
            <a:custGeom>
              <a:avLst/>
              <a:gdLst/>
              <a:ahLst/>
              <a:cxnLst/>
              <a:rect l="l" t="t" r="r" b="b"/>
              <a:pathLst>
                <a:path w="2270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2036" y="467"/>
                  </a:lnTo>
                  <a:cubicBezTo>
                    <a:pt x="2169" y="467"/>
                    <a:pt x="2269" y="367"/>
                    <a:pt x="2269" y="234"/>
                  </a:cubicBezTo>
                  <a:cubicBezTo>
                    <a:pt x="2269" y="100"/>
                    <a:pt x="2169" y="0"/>
                    <a:pt x="2036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8237025" y="1576825"/>
              <a:ext cx="56725" cy="11700"/>
            </a:xfrm>
            <a:custGeom>
              <a:avLst/>
              <a:gdLst/>
              <a:ahLst/>
              <a:cxnLst/>
              <a:rect l="l" t="t" r="r" b="b"/>
              <a:pathLst>
                <a:path w="2269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2035" y="467"/>
                  </a:lnTo>
                  <a:cubicBezTo>
                    <a:pt x="2169" y="467"/>
                    <a:pt x="2269" y="367"/>
                    <a:pt x="2269" y="234"/>
                  </a:cubicBezTo>
                  <a:cubicBezTo>
                    <a:pt x="2269" y="100"/>
                    <a:pt x="2169" y="0"/>
                    <a:pt x="2035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2"/>
            <p:cNvSpPr/>
            <p:nvPr/>
          </p:nvSpPr>
          <p:spPr>
            <a:xfrm>
              <a:off x="8237025" y="1616850"/>
              <a:ext cx="481200" cy="11700"/>
            </a:xfrm>
            <a:custGeom>
              <a:avLst/>
              <a:gdLst/>
              <a:ahLst/>
              <a:cxnLst/>
              <a:rect l="l" t="t" r="r" b="b"/>
              <a:pathLst>
                <a:path w="19248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19014" y="467"/>
                  </a:lnTo>
                  <a:cubicBezTo>
                    <a:pt x="19148" y="467"/>
                    <a:pt x="19248" y="367"/>
                    <a:pt x="19248" y="234"/>
                  </a:cubicBezTo>
                  <a:cubicBezTo>
                    <a:pt x="19248" y="100"/>
                    <a:pt x="19148" y="0"/>
                    <a:pt x="190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8169475" y="1576825"/>
              <a:ext cx="28375" cy="11700"/>
            </a:xfrm>
            <a:custGeom>
              <a:avLst/>
              <a:gdLst/>
              <a:ahLst/>
              <a:cxnLst/>
              <a:rect l="l" t="t" r="r" b="b"/>
              <a:pathLst>
                <a:path w="1135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0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8169475" y="1616850"/>
              <a:ext cx="28375" cy="11700"/>
            </a:xfrm>
            <a:custGeom>
              <a:avLst/>
              <a:gdLst/>
              <a:ahLst/>
              <a:cxnLst/>
              <a:rect l="l" t="t" r="r" b="b"/>
              <a:pathLst>
                <a:path w="1135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0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2"/>
            <p:cNvSpPr/>
            <p:nvPr/>
          </p:nvSpPr>
          <p:spPr>
            <a:xfrm>
              <a:off x="8169475" y="1656875"/>
              <a:ext cx="28375" cy="11700"/>
            </a:xfrm>
            <a:custGeom>
              <a:avLst/>
              <a:gdLst/>
              <a:ahLst/>
              <a:cxnLst/>
              <a:rect l="l" t="t" r="r" b="b"/>
              <a:pathLst>
                <a:path w="1135" h="468" extrusionOk="0">
                  <a:moveTo>
                    <a:pt x="234" y="0"/>
                  </a:moveTo>
                  <a:cubicBezTo>
                    <a:pt x="101" y="0"/>
                    <a:pt x="1" y="101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1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2"/>
            <p:cNvSpPr/>
            <p:nvPr/>
          </p:nvSpPr>
          <p:spPr>
            <a:xfrm>
              <a:off x="8747400" y="1616850"/>
              <a:ext cx="70900" cy="11700"/>
            </a:xfrm>
            <a:custGeom>
              <a:avLst/>
              <a:gdLst/>
              <a:ahLst/>
              <a:cxnLst/>
              <a:rect l="l" t="t" r="r" b="b"/>
              <a:pathLst>
                <a:path w="2836" h="468" extrusionOk="0">
                  <a:moveTo>
                    <a:pt x="267" y="0"/>
                  </a:moveTo>
                  <a:cubicBezTo>
                    <a:pt x="134" y="0"/>
                    <a:pt x="0" y="100"/>
                    <a:pt x="0" y="234"/>
                  </a:cubicBezTo>
                  <a:cubicBezTo>
                    <a:pt x="0" y="367"/>
                    <a:pt x="134" y="467"/>
                    <a:pt x="267" y="467"/>
                  </a:cubicBezTo>
                  <a:lnTo>
                    <a:pt x="2602" y="467"/>
                  </a:lnTo>
                  <a:cubicBezTo>
                    <a:pt x="2736" y="467"/>
                    <a:pt x="2836" y="367"/>
                    <a:pt x="2836" y="234"/>
                  </a:cubicBezTo>
                  <a:cubicBezTo>
                    <a:pt x="2836" y="100"/>
                    <a:pt x="2736" y="0"/>
                    <a:pt x="26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2"/>
            <p:cNvSpPr/>
            <p:nvPr/>
          </p:nvSpPr>
          <p:spPr>
            <a:xfrm>
              <a:off x="8235350" y="1656875"/>
              <a:ext cx="203525" cy="11700"/>
            </a:xfrm>
            <a:custGeom>
              <a:avLst/>
              <a:gdLst/>
              <a:ahLst/>
              <a:cxnLst/>
              <a:rect l="l" t="t" r="r" b="b"/>
              <a:pathLst>
                <a:path w="8141" h="468" extrusionOk="0">
                  <a:moveTo>
                    <a:pt x="234" y="0"/>
                  </a:moveTo>
                  <a:cubicBezTo>
                    <a:pt x="101" y="0"/>
                    <a:pt x="1" y="101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7873" y="467"/>
                  </a:lnTo>
                  <a:cubicBezTo>
                    <a:pt x="8007" y="467"/>
                    <a:pt x="8140" y="367"/>
                    <a:pt x="8140" y="234"/>
                  </a:cubicBezTo>
                  <a:cubicBezTo>
                    <a:pt x="8140" y="101"/>
                    <a:pt x="8007" y="0"/>
                    <a:pt x="78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2"/>
            <p:cNvSpPr/>
            <p:nvPr/>
          </p:nvSpPr>
          <p:spPr>
            <a:xfrm>
              <a:off x="8502225" y="1708575"/>
              <a:ext cx="229350" cy="12525"/>
            </a:xfrm>
            <a:custGeom>
              <a:avLst/>
              <a:gdLst/>
              <a:ahLst/>
              <a:cxnLst/>
              <a:rect l="l" t="t" r="r" b="b"/>
              <a:pathLst>
                <a:path w="9174" h="501" extrusionOk="0">
                  <a:moveTo>
                    <a:pt x="234" y="1"/>
                  </a:moveTo>
                  <a:cubicBezTo>
                    <a:pt x="100" y="1"/>
                    <a:pt x="0" y="134"/>
                    <a:pt x="0" y="267"/>
                  </a:cubicBezTo>
                  <a:cubicBezTo>
                    <a:pt x="0" y="401"/>
                    <a:pt x="100" y="501"/>
                    <a:pt x="234" y="501"/>
                  </a:cubicBezTo>
                  <a:lnTo>
                    <a:pt x="8940" y="501"/>
                  </a:lnTo>
                  <a:cubicBezTo>
                    <a:pt x="9073" y="501"/>
                    <a:pt x="9173" y="401"/>
                    <a:pt x="9173" y="267"/>
                  </a:cubicBezTo>
                  <a:cubicBezTo>
                    <a:pt x="9173" y="134"/>
                    <a:pt x="9073" y="1"/>
                    <a:pt x="89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2"/>
            <p:cNvSpPr/>
            <p:nvPr/>
          </p:nvSpPr>
          <p:spPr>
            <a:xfrm>
              <a:off x="8656500" y="1681050"/>
              <a:ext cx="75075" cy="12550"/>
            </a:xfrm>
            <a:custGeom>
              <a:avLst/>
              <a:gdLst/>
              <a:ahLst/>
              <a:cxnLst/>
              <a:rect l="l" t="t" r="r" b="b"/>
              <a:pathLst>
                <a:path w="3003" h="502" extrusionOk="0">
                  <a:moveTo>
                    <a:pt x="267" y="1"/>
                  </a:moveTo>
                  <a:cubicBezTo>
                    <a:pt x="134" y="1"/>
                    <a:pt x="0" y="101"/>
                    <a:pt x="0" y="268"/>
                  </a:cubicBezTo>
                  <a:cubicBezTo>
                    <a:pt x="0" y="401"/>
                    <a:pt x="134" y="501"/>
                    <a:pt x="267" y="501"/>
                  </a:cubicBezTo>
                  <a:lnTo>
                    <a:pt x="2769" y="501"/>
                  </a:lnTo>
                  <a:cubicBezTo>
                    <a:pt x="2902" y="501"/>
                    <a:pt x="3002" y="401"/>
                    <a:pt x="3002" y="268"/>
                  </a:cubicBezTo>
                  <a:cubicBezTo>
                    <a:pt x="3002" y="101"/>
                    <a:pt x="2902" y="1"/>
                    <a:pt x="27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2"/>
            <p:cNvSpPr/>
            <p:nvPr/>
          </p:nvSpPr>
          <p:spPr>
            <a:xfrm>
              <a:off x="8169475" y="1430875"/>
              <a:ext cx="240200" cy="12550"/>
            </a:xfrm>
            <a:custGeom>
              <a:avLst/>
              <a:gdLst/>
              <a:ahLst/>
              <a:cxnLst/>
              <a:rect l="l" t="t" r="r" b="b"/>
              <a:pathLst>
                <a:path w="9608" h="502" extrusionOk="0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368"/>
                    <a:pt x="101" y="501"/>
                    <a:pt x="234" y="501"/>
                  </a:cubicBezTo>
                  <a:lnTo>
                    <a:pt x="9341" y="501"/>
                  </a:lnTo>
                  <a:cubicBezTo>
                    <a:pt x="9474" y="501"/>
                    <a:pt x="9608" y="368"/>
                    <a:pt x="9608" y="234"/>
                  </a:cubicBezTo>
                  <a:cubicBezTo>
                    <a:pt x="9608" y="101"/>
                    <a:pt x="9474" y="1"/>
                    <a:pt x="93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2"/>
            <p:cNvSpPr/>
            <p:nvPr/>
          </p:nvSpPr>
          <p:spPr>
            <a:xfrm>
              <a:off x="8169475" y="1821150"/>
              <a:ext cx="387800" cy="11700"/>
            </a:xfrm>
            <a:custGeom>
              <a:avLst/>
              <a:gdLst/>
              <a:ahLst/>
              <a:cxnLst/>
              <a:rect l="l" t="t" r="r" b="b"/>
              <a:pathLst>
                <a:path w="15512" h="468" extrusionOk="0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368"/>
                    <a:pt x="101" y="468"/>
                    <a:pt x="234" y="468"/>
                  </a:cubicBezTo>
                  <a:lnTo>
                    <a:pt x="15278" y="468"/>
                  </a:lnTo>
                  <a:cubicBezTo>
                    <a:pt x="15412" y="468"/>
                    <a:pt x="15512" y="368"/>
                    <a:pt x="15512" y="234"/>
                  </a:cubicBezTo>
                  <a:cubicBezTo>
                    <a:pt x="15512" y="101"/>
                    <a:pt x="15412" y="1"/>
                    <a:pt x="152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2"/>
            <p:cNvSpPr/>
            <p:nvPr/>
          </p:nvSpPr>
          <p:spPr>
            <a:xfrm>
              <a:off x="8522225" y="1749450"/>
              <a:ext cx="115125" cy="11700"/>
            </a:xfrm>
            <a:custGeom>
              <a:avLst/>
              <a:gdLst/>
              <a:ahLst/>
              <a:cxnLst/>
              <a:rect l="l" t="t" r="r" b="b"/>
              <a:pathLst>
                <a:path w="4605" h="468" extrusionOk="0">
                  <a:moveTo>
                    <a:pt x="268" y="0"/>
                  </a:moveTo>
                  <a:cubicBezTo>
                    <a:pt x="134" y="0"/>
                    <a:pt x="1" y="100"/>
                    <a:pt x="1" y="234"/>
                  </a:cubicBezTo>
                  <a:cubicBezTo>
                    <a:pt x="1" y="367"/>
                    <a:pt x="134" y="467"/>
                    <a:pt x="268" y="467"/>
                  </a:cubicBezTo>
                  <a:lnTo>
                    <a:pt x="4371" y="467"/>
                  </a:lnTo>
                  <a:cubicBezTo>
                    <a:pt x="4504" y="467"/>
                    <a:pt x="4604" y="367"/>
                    <a:pt x="4604" y="234"/>
                  </a:cubicBezTo>
                  <a:cubicBezTo>
                    <a:pt x="4604" y="100"/>
                    <a:pt x="4504" y="0"/>
                    <a:pt x="4371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8675675" y="1749450"/>
              <a:ext cx="153475" cy="11700"/>
            </a:xfrm>
            <a:custGeom>
              <a:avLst/>
              <a:gdLst/>
              <a:ahLst/>
              <a:cxnLst/>
              <a:rect l="l" t="t" r="r" b="b"/>
              <a:pathLst>
                <a:path w="6139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5905" y="467"/>
                  </a:lnTo>
                  <a:cubicBezTo>
                    <a:pt x="6038" y="467"/>
                    <a:pt x="6138" y="367"/>
                    <a:pt x="6138" y="234"/>
                  </a:cubicBezTo>
                  <a:cubicBezTo>
                    <a:pt x="6138" y="100"/>
                    <a:pt x="6038" y="0"/>
                    <a:pt x="590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2"/>
            <p:cNvSpPr/>
            <p:nvPr/>
          </p:nvSpPr>
          <p:spPr>
            <a:xfrm>
              <a:off x="8675675" y="1806150"/>
              <a:ext cx="153475" cy="12525"/>
            </a:xfrm>
            <a:custGeom>
              <a:avLst/>
              <a:gdLst/>
              <a:ahLst/>
              <a:cxnLst/>
              <a:rect l="l" t="t" r="r" b="b"/>
              <a:pathLst>
                <a:path w="6139" h="501" extrusionOk="0">
                  <a:moveTo>
                    <a:pt x="234" y="0"/>
                  </a:moveTo>
                  <a:cubicBezTo>
                    <a:pt x="101" y="0"/>
                    <a:pt x="1" y="134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5905" y="501"/>
                  </a:lnTo>
                  <a:cubicBezTo>
                    <a:pt x="6038" y="501"/>
                    <a:pt x="6138" y="401"/>
                    <a:pt x="6138" y="267"/>
                  </a:cubicBezTo>
                  <a:cubicBezTo>
                    <a:pt x="6138" y="134"/>
                    <a:pt x="6038" y="0"/>
                    <a:pt x="590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2"/>
            <p:cNvSpPr/>
            <p:nvPr/>
          </p:nvSpPr>
          <p:spPr>
            <a:xfrm>
              <a:off x="8169475" y="1860350"/>
              <a:ext cx="58400" cy="12525"/>
            </a:xfrm>
            <a:custGeom>
              <a:avLst/>
              <a:gdLst/>
              <a:ahLst/>
              <a:cxnLst/>
              <a:rect l="l" t="t" r="r" b="b"/>
              <a:pathLst>
                <a:path w="2336" h="501" extrusionOk="0">
                  <a:moveTo>
                    <a:pt x="234" y="1"/>
                  </a:moveTo>
                  <a:cubicBezTo>
                    <a:pt x="101" y="1"/>
                    <a:pt x="1" y="101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2102" y="501"/>
                  </a:lnTo>
                  <a:cubicBezTo>
                    <a:pt x="2236" y="501"/>
                    <a:pt x="2336" y="401"/>
                    <a:pt x="2336" y="267"/>
                  </a:cubicBezTo>
                  <a:cubicBezTo>
                    <a:pt x="2336" y="101"/>
                    <a:pt x="2236" y="1"/>
                    <a:pt x="2102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2"/>
            <p:cNvSpPr/>
            <p:nvPr/>
          </p:nvSpPr>
          <p:spPr>
            <a:xfrm>
              <a:off x="8242875" y="1860350"/>
              <a:ext cx="361100" cy="12525"/>
            </a:xfrm>
            <a:custGeom>
              <a:avLst/>
              <a:gdLst/>
              <a:ahLst/>
              <a:cxnLst/>
              <a:rect l="l" t="t" r="r" b="b"/>
              <a:pathLst>
                <a:path w="14444" h="501" extrusionOk="0">
                  <a:moveTo>
                    <a:pt x="267" y="1"/>
                  </a:moveTo>
                  <a:cubicBezTo>
                    <a:pt x="134" y="1"/>
                    <a:pt x="0" y="101"/>
                    <a:pt x="0" y="267"/>
                  </a:cubicBezTo>
                  <a:cubicBezTo>
                    <a:pt x="0" y="401"/>
                    <a:pt x="134" y="501"/>
                    <a:pt x="267" y="501"/>
                  </a:cubicBezTo>
                  <a:lnTo>
                    <a:pt x="14210" y="501"/>
                  </a:lnTo>
                  <a:cubicBezTo>
                    <a:pt x="14344" y="501"/>
                    <a:pt x="14444" y="401"/>
                    <a:pt x="14444" y="267"/>
                  </a:cubicBezTo>
                  <a:cubicBezTo>
                    <a:pt x="14444" y="101"/>
                    <a:pt x="14344" y="1"/>
                    <a:pt x="14210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8" name="Google Shape;428;p22"/>
          <p:cNvSpPr txBox="1">
            <a:spLocks noGrp="1"/>
          </p:cNvSpPr>
          <p:nvPr>
            <p:ph type="ctrTitle"/>
          </p:nvPr>
        </p:nvSpPr>
        <p:spPr>
          <a:xfrm>
            <a:off x="1887750" y="611725"/>
            <a:ext cx="5368500" cy="10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29" name="Google Shape;429;p22"/>
          <p:cNvSpPr txBox="1">
            <a:spLocks noGrp="1"/>
          </p:cNvSpPr>
          <p:nvPr>
            <p:ph type="subTitle" idx="1"/>
          </p:nvPr>
        </p:nvSpPr>
        <p:spPr>
          <a:xfrm>
            <a:off x="3044675" y="2305050"/>
            <a:ext cx="3054900" cy="10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0" name="Google Shape;430;p22"/>
          <p:cNvSpPr txBox="1"/>
          <p:nvPr/>
        </p:nvSpPr>
        <p:spPr>
          <a:xfrm>
            <a:off x="2228550" y="4151400"/>
            <a:ext cx="46869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CREDITS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This presentation template was created by</a:t>
            </a: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 b="1">
                <a:solidFill>
                  <a:schemeClr val="accen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lang="en" sz="1200" b="1">
                <a:solidFill>
                  <a:schemeClr val="accen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infographics &amp; images by </a:t>
            </a:r>
            <a:r>
              <a:rPr lang="en" sz="1200" b="1">
                <a:solidFill>
                  <a:schemeClr val="accen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23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433" name="Google Shape;433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8" name="Google Shape;438;p23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439" name="Google Shape;439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4" name="Google Shape;444;p23"/>
          <p:cNvGrpSpPr/>
          <p:nvPr/>
        </p:nvGrpSpPr>
        <p:grpSpPr>
          <a:xfrm flipH="1">
            <a:off x="8121500" y="4569896"/>
            <a:ext cx="1022509" cy="572747"/>
            <a:chOff x="-77" y="3784091"/>
            <a:chExt cx="2423582" cy="1357541"/>
          </a:xfrm>
        </p:grpSpPr>
        <p:sp>
          <p:nvSpPr>
            <p:cNvPr id="445" name="Google Shape;445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23"/>
          <p:cNvGrpSpPr/>
          <p:nvPr/>
        </p:nvGrpSpPr>
        <p:grpSpPr>
          <a:xfrm rot="10800000" flipH="1">
            <a:off x="0" y="846"/>
            <a:ext cx="1022509" cy="572747"/>
            <a:chOff x="-77" y="3784091"/>
            <a:chExt cx="2423582" cy="1357541"/>
          </a:xfrm>
        </p:grpSpPr>
        <p:sp>
          <p:nvSpPr>
            <p:cNvPr id="451" name="Google Shape;451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oogle Shape;457;p24"/>
          <p:cNvGrpSpPr/>
          <p:nvPr/>
        </p:nvGrpSpPr>
        <p:grpSpPr>
          <a:xfrm rot="5400000" flipH="1">
            <a:off x="-533027" y="3252941"/>
            <a:ext cx="2423582" cy="1357541"/>
            <a:chOff x="-77" y="3784091"/>
            <a:chExt cx="2423582" cy="1357541"/>
          </a:xfrm>
        </p:grpSpPr>
        <p:sp>
          <p:nvSpPr>
            <p:cNvPr id="458" name="Google Shape;458;p2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24"/>
          <p:cNvGrpSpPr/>
          <p:nvPr/>
        </p:nvGrpSpPr>
        <p:grpSpPr>
          <a:xfrm rot="-5400000" flipH="1">
            <a:off x="7253448" y="533016"/>
            <a:ext cx="2423582" cy="1357541"/>
            <a:chOff x="-77" y="3784091"/>
            <a:chExt cx="2423582" cy="1357541"/>
          </a:xfrm>
        </p:grpSpPr>
        <p:sp>
          <p:nvSpPr>
            <p:cNvPr id="464" name="Google Shape;464;p2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454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340">
          <p15:clr>
            <a:srgbClr val="EA4335"/>
          </p15:clr>
        </p15:guide>
        <p15:guide id="6" orient="horz" pos="2878">
          <p15:clr>
            <a:srgbClr val="EA4335"/>
          </p15:clr>
        </p15:guide>
        <p15:guide id="7" pos="1667">
          <p15:clr>
            <a:srgbClr val="EA4335"/>
          </p15:clr>
        </p15:guide>
        <p15:guide id="8" pos="4093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71" name="Google Shape;471;p2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mit.edu/Saltzer/www/publications/protection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eepik.com/free-photo/young-man-with-laptop-headphones_4995508.htm/?utm_source=slidesgo_template&amp;utm_medium=referral-link&amp;utm_campaign=sg_resources&amp;utm_content=freepik" TargetMode="External"/><Relationship Id="rId3" Type="http://schemas.openxmlformats.org/officeDocument/2006/relationships/hyperlink" Target="https://www.freepik.com/free-vector/modern-web-design-concept-with-flat-style_3049691.htm#page=1&amp;query=software%20flat%20freepik&amp;position=0/?utm_source=slidesgo_template&amp;utm_medium=referral-link&amp;utm_campaign=sg_resources&amp;utm_content=freepik" TargetMode="External"/><Relationship Id="rId7" Type="http://schemas.openxmlformats.org/officeDocument/2006/relationships/hyperlink" Target="https://www.freepik.com/free-photo/people-office-working-during-pandemic-with-masks_10070468.htm/?utm_source=slidesgo_template&amp;utm_medium=referral-link&amp;utm_campaign=sg_resources&amp;utm_content=freepik" TargetMode="External"/><Relationship Id="rId12" Type="http://schemas.openxmlformats.org/officeDocument/2006/relationships/hyperlink" Target="https://www.freepik.com/free-photo/cute-young-woman-working-laptop_5615579.htm#page=3&amp;query=girl+working+laptop+freepik&amp;position=45/?utm_source=slidesgo_template&amp;utm_medium=referral-link&amp;utm_campaign=sg_resources&amp;utm_content=freepik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freepik.com/free-photo/workers-office-during-pandemic-wearing-medical-masks_10070527.htm/?utm_source=slidesgo_template&amp;utm_medium=referral-link&amp;utm_campaign=sg_resources&amp;utm_content=freepik" TargetMode="External"/><Relationship Id="rId11" Type="http://schemas.openxmlformats.org/officeDocument/2006/relationships/hyperlink" Target="https://www.freepik.com/free-photo/modern-woman-using-laptop_3617419.htm#page=1&amp;query=girl%20working%20laptop%20freepik&amp;position=45/?utm_source=slidesgo_template&amp;utm_medium=referral-link&amp;utm_campaign=sg_resources&amp;utm_content=freepik" TargetMode="External"/><Relationship Id="rId5" Type="http://schemas.openxmlformats.org/officeDocument/2006/relationships/hyperlink" Target="https://www.freepik.com/free-vector/graphic-design-idea-concept_4145572.htm#page=1&amp;query=software%20flat%20freepik&amp;position=40/?utm_source=slidesgo_template&amp;utm_medium=referral-link&amp;utm_campaign=sg_resources&amp;utm_content=freepik" TargetMode="External"/><Relationship Id="rId10" Type="http://schemas.openxmlformats.org/officeDocument/2006/relationships/hyperlink" Target="https://www.freepik.com/free-photo/young-girl-speaking-phone-office_4995636.htm#page=1&amp;query=girl%20working%20laptop%20freepik&amp;position=24/?utm_source=slidesgo_template&amp;utm_medium=referral-link&amp;utm_campaign=sg_resources&amp;utm_content=freepik" TargetMode="External"/><Relationship Id="rId4" Type="http://schemas.openxmlformats.org/officeDocument/2006/relationships/hyperlink" Target="https://www.freepik.com/premium-vector/app-development-concept-with-flat-design_2455987.htm#page=1&amp;query=software%20flat%20freepik&amp;position=2/?utm_source=slidesgo_template&amp;utm_medium=referral-link&amp;utm_campaign=sg_resources&amp;utm_content=freepik" TargetMode="External"/><Relationship Id="rId9" Type="http://schemas.openxmlformats.org/officeDocument/2006/relationships/hyperlink" Target="https://www.freepik.com/free-photo/asian-woman-using-laptop_1368024.htm#page=1&amp;query=girl%20working%20laptop%20freepik&amp;position=16/?utm_source=slidesgo_template&amp;utm_medium=referral-link&amp;utm_campaign=sg_resources&amp;utm_content=freepik" TargetMode="Externa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laticon.com/free-icon/planning_905803?term=financial%20planning&amp;page=1&amp;position=30&amp;related_item_id=905803/?utm_source=slidesgo_template&amp;utm_medium=referral-link&amp;utm_campaign=sg_resources&amp;utm_content=flaticon" TargetMode="External"/><Relationship Id="rId3" Type="http://schemas.openxmlformats.org/officeDocument/2006/relationships/hyperlink" Target="https://www.freepik.es/vector-gratis/concepto-programadores-diseno-plano_2488094.htm#page=1&amp;query=software%20flat&amp;position=11/?utm_source=slidesgo_template&amp;utm_medium=referral-link&amp;utm_campaign=sg_resources&amp;utm_content=freepik" TargetMode="External"/><Relationship Id="rId7" Type="http://schemas.openxmlformats.org/officeDocument/2006/relationships/hyperlink" Target="https://www.flaticon.com/free-icon/project_3079055?term=project%20management&amp;page=1&amp;position=52&amp;related_item_id=3079055/?utm_source=slidesgo_template&amp;utm_medium=referral-link&amp;utm_campaign=sg_resources&amp;utm_content=flaticon" TargetMode="External"/><Relationship Id="rId12" Type="http://schemas.openxmlformats.org/officeDocument/2006/relationships/hyperlink" Target="https://www.freepik.com/free-photo/business-woman-typing-laptop-keyboard_3957156.htm#page=5&amp;query=working+pc+freepik&amp;position=47/?utm_source=slidesgo_template&amp;utm_medium=referral-link&amp;utm_campaign=sg_resources&amp;utm_content=freepik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flaticon.com/free-icon/layout_2091427?term=software%20development&amp;page=2&amp;position=68&amp;related_item_id=2091427/?utm_source=slidesgo_template&amp;utm_medium=referral-link&amp;utm_campaign=sg_resources&amp;utm_content=flaticon" TargetMode="External"/><Relationship Id="rId11" Type="http://schemas.openxmlformats.org/officeDocument/2006/relationships/hyperlink" Target="https://www.freepik.com/free-photo/young-woman-workin-laptop_4995550.htm#page=4&amp;query=working+pc+freepik&amp;position=2/?utm_source=slidesgo_template&amp;utm_medium=referral-link&amp;utm_campaign=sg_resources&amp;utm_content=freepik" TargetMode="External"/><Relationship Id="rId5" Type="http://schemas.openxmlformats.org/officeDocument/2006/relationships/hyperlink" Target="https://www.flaticon.com/free-icon/programming_2172901?term=software%20development&amp;page=2&amp;position=24&amp;related_item_id=2172901/?utm_source=slidesgo_template&amp;utm_medium=referral-link&amp;utm_campaign=sg_resources&amp;utm_content=flaticon" TargetMode="External"/><Relationship Id="rId10" Type="http://schemas.openxmlformats.org/officeDocument/2006/relationships/hyperlink" Target="https://www.freepik.com/free-photo/man-working-laptop-office_4995513.htm#page=3&amp;query=working+pc+freepik&amp;position=48/?utm_source=slidesgo_template&amp;utm_medium=referral-link&amp;utm_campaign=sg_resources&amp;utm_content=freepik" TargetMode="External"/><Relationship Id="rId4" Type="http://schemas.openxmlformats.org/officeDocument/2006/relationships/hyperlink" Target="https://www.flaticon.com/free-icon/software-development_3309879?term=software%20development&amp;page=1&amp;position=11&amp;related_item_id=3309879/?utm_source=slidesgo_template&amp;utm_medium=referral-link&amp;utm_campaign=sg_resources&amp;utm_content=flaticon" TargetMode="External"/><Relationship Id="rId9" Type="http://schemas.openxmlformats.org/officeDocument/2006/relationships/hyperlink" Target="https://www.freepik.com/free-photo/co-workers-wearing-face-mask-office_10817536.htm#page=1&amp;query=office%20freepik&amp;position=28/?utm_source=slidesgo_template&amp;utm_medium=referral-link&amp;utm_campaign=sg_resources&amp;utm_content=freepi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7"/>
          <p:cNvSpPr txBox="1">
            <a:spLocks noGrp="1"/>
          </p:cNvSpPr>
          <p:nvPr>
            <p:ph type="ctrTitle"/>
          </p:nvPr>
        </p:nvSpPr>
        <p:spPr>
          <a:xfrm>
            <a:off x="720000" y="1016381"/>
            <a:ext cx="4079700" cy="24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err="1"/>
              <a:t>Архитектура</a:t>
            </a:r>
            <a:r>
              <a:rPr lang="en"/>
              <a:t> </a:t>
            </a:r>
            <a:r>
              <a:rPr lang="en" err="1"/>
              <a:t>интернет</a:t>
            </a:r>
            <a:r>
              <a:rPr lang="en"/>
              <a:t> </a:t>
            </a:r>
            <a:r>
              <a:rPr lang="en" err="1"/>
              <a:t>ствари</a:t>
            </a:r>
            <a:r>
              <a:rPr lang="en"/>
              <a:t>  </a:t>
            </a:r>
          </a:p>
        </p:txBody>
      </p:sp>
      <p:sp>
        <p:nvSpPr>
          <p:cNvPr id="478" name="Google Shape;478;p27"/>
          <p:cNvSpPr txBox="1">
            <a:spLocks noGrp="1"/>
          </p:cNvSpPr>
          <p:nvPr>
            <p:ph type="subTitle" idx="1"/>
          </p:nvPr>
        </p:nvSpPr>
        <p:spPr>
          <a:xfrm>
            <a:off x="720000" y="3786887"/>
            <a:ext cx="4080657" cy="7081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1400" err="1"/>
              <a:t>Студент</a:t>
            </a:r>
            <a:r>
              <a:rPr lang="en" sz="1400"/>
              <a:t>: </a:t>
            </a:r>
            <a:r>
              <a:rPr lang="en" sz="1400" err="1"/>
              <a:t>Петар</a:t>
            </a:r>
            <a:r>
              <a:rPr lang="en" sz="1400"/>
              <a:t> </a:t>
            </a:r>
            <a:r>
              <a:rPr lang="en" sz="1400" err="1"/>
              <a:t>Коматина</a:t>
            </a:r>
            <a:r>
              <a:rPr lang="en" sz="1400"/>
              <a:t> 1932</a:t>
            </a:r>
          </a:p>
          <a:p>
            <a:pPr marL="0" indent="0"/>
            <a:r>
              <a:rPr lang="en" sz="1400" err="1"/>
              <a:t>Професор</a:t>
            </a:r>
            <a:r>
              <a:rPr lang="en" sz="1400"/>
              <a:t>: </a:t>
            </a:r>
            <a:r>
              <a:rPr lang="en" sz="1400" err="1"/>
              <a:t>Проф</a:t>
            </a:r>
            <a:r>
              <a:rPr lang="en" sz="1400"/>
              <a:t>. </a:t>
            </a:r>
            <a:r>
              <a:rPr lang="en" sz="1400" err="1"/>
              <a:t>др</a:t>
            </a:r>
            <a:r>
              <a:rPr lang="en" sz="1400"/>
              <a:t>. Драган Х. </a:t>
            </a:r>
            <a:r>
              <a:rPr lang="en" sz="1400" err="1"/>
              <a:t>Стојановић</a:t>
            </a:r>
            <a:endParaRPr lang="en" sz="1400"/>
          </a:p>
        </p:txBody>
      </p:sp>
      <p:sp>
        <p:nvSpPr>
          <p:cNvPr id="479" name="Google Shape;479;p27"/>
          <p:cNvSpPr/>
          <p:nvPr/>
        </p:nvSpPr>
        <p:spPr>
          <a:xfrm>
            <a:off x="5827391" y="2727835"/>
            <a:ext cx="2584558" cy="1618980"/>
          </a:xfrm>
          <a:custGeom>
            <a:avLst/>
            <a:gdLst/>
            <a:ahLst/>
            <a:cxnLst/>
            <a:rect l="l" t="t" r="r" b="b"/>
            <a:pathLst>
              <a:path w="98572" h="61746" extrusionOk="0">
                <a:moveTo>
                  <a:pt x="5705" y="1"/>
                </a:moveTo>
                <a:cubicBezTo>
                  <a:pt x="2569" y="1"/>
                  <a:pt x="1" y="2536"/>
                  <a:pt x="1" y="5672"/>
                </a:cubicBezTo>
                <a:lnTo>
                  <a:pt x="1" y="56074"/>
                </a:lnTo>
                <a:cubicBezTo>
                  <a:pt x="1" y="59210"/>
                  <a:pt x="2569" y="61745"/>
                  <a:pt x="5705" y="61745"/>
                </a:cubicBezTo>
                <a:lnTo>
                  <a:pt x="92867" y="61745"/>
                </a:lnTo>
                <a:cubicBezTo>
                  <a:pt x="96003" y="61745"/>
                  <a:pt x="98571" y="59210"/>
                  <a:pt x="98571" y="56074"/>
                </a:cubicBezTo>
                <a:lnTo>
                  <a:pt x="98571" y="5672"/>
                </a:lnTo>
                <a:cubicBezTo>
                  <a:pt x="98571" y="2536"/>
                  <a:pt x="96003" y="1"/>
                  <a:pt x="92867" y="1"/>
                </a:cubicBezTo>
                <a:close/>
              </a:path>
            </a:pathLst>
          </a:custGeom>
          <a:solidFill>
            <a:srgbClr val="D0D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27"/>
          <p:cNvSpPr/>
          <p:nvPr/>
        </p:nvSpPr>
        <p:spPr>
          <a:xfrm>
            <a:off x="6036442" y="2901883"/>
            <a:ext cx="2166454" cy="938519"/>
          </a:xfrm>
          <a:custGeom>
            <a:avLst/>
            <a:gdLst/>
            <a:ahLst/>
            <a:cxnLst/>
            <a:rect l="l" t="t" r="r" b="b"/>
            <a:pathLst>
              <a:path w="82626" h="35794" extrusionOk="0">
                <a:moveTo>
                  <a:pt x="2002" y="1"/>
                </a:moveTo>
                <a:cubicBezTo>
                  <a:pt x="901" y="1"/>
                  <a:pt x="0" y="868"/>
                  <a:pt x="0" y="2002"/>
                </a:cubicBezTo>
                <a:lnTo>
                  <a:pt x="0" y="33792"/>
                </a:lnTo>
                <a:cubicBezTo>
                  <a:pt x="0" y="34893"/>
                  <a:pt x="901" y="35793"/>
                  <a:pt x="2002" y="35793"/>
                </a:cubicBezTo>
                <a:lnTo>
                  <a:pt x="80624" y="35793"/>
                </a:lnTo>
                <a:cubicBezTo>
                  <a:pt x="81725" y="35793"/>
                  <a:pt x="82626" y="34893"/>
                  <a:pt x="82626" y="33792"/>
                </a:cubicBezTo>
                <a:lnTo>
                  <a:pt x="82626" y="2002"/>
                </a:lnTo>
                <a:cubicBezTo>
                  <a:pt x="82626" y="868"/>
                  <a:pt x="81725" y="1"/>
                  <a:pt x="80624" y="1"/>
                </a:cubicBezTo>
                <a:close/>
              </a:path>
            </a:pathLst>
          </a:custGeom>
          <a:solidFill>
            <a:srgbClr val="BEC0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7"/>
          <p:cNvSpPr/>
          <p:nvPr/>
        </p:nvSpPr>
        <p:spPr>
          <a:xfrm>
            <a:off x="6804345" y="3515875"/>
            <a:ext cx="125987" cy="13162"/>
          </a:xfrm>
          <a:custGeom>
            <a:avLst/>
            <a:gdLst/>
            <a:ahLst/>
            <a:cxnLst/>
            <a:rect l="l" t="t" r="r" b="b"/>
            <a:pathLst>
              <a:path w="4805" h="502" extrusionOk="0">
                <a:moveTo>
                  <a:pt x="401" y="1"/>
                </a:moveTo>
                <a:cubicBezTo>
                  <a:pt x="168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04" y="268"/>
                  <a:pt x="4804" y="501"/>
                </a:cubicBezTo>
                <a:lnTo>
                  <a:pt x="4804" y="401"/>
                </a:lnTo>
                <a:cubicBezTo>
                  <a:pt x="4804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7"/>
          <p:cNvSpPr/>
          <p:nvPr/>
        </p:nvSpPr>
        <p:spPr>
          <a:xfrm>
            <a:off x="6804345" y="3204513"/>
            <a:ext cx="125987" cy="13136"/>
          </a:xfrm>
          <a:custGeom>
            <a:avLst/>
            <a:gdLst/>
            <a:ahLst/>
            <a:cxnLst/>
            <a:rect l="l" t="t" r="r" b="b"/>
            <a:pathLst>
              <a:path w="4805" h="501" extrusionOk="0">
                <a:moveTo>
                  <a:pt x="401" y="1"/>
                </a:moveTo>
                <a:cubicBezTo>
                  <a:pt x="168" y="1"/>
                  <a:pt x="1" y="201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04" y="267"/>
                  <a:pt x="4804" y="501"/>
                </a:cubicBezTo>
                <a:lnTo>
                  <a:pt x="4804" y="401"/>
                </a:lnTo>
                <a:cubicBezTo>
                  <a:pt x="4804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7"/>
          <p:cNvSpPr/>
          <p:nvPr/>
        </p:nvSpPr>
        <p:spPr>
          <a:xfrm>
            <a:off x="6804345" y="3061064"/>
            <a:ext cx="125987" cy="13162"/>
          </a:xfrm>
          <a:custGeom>
            <a:avLst/>
            <a:gdLst/>
            <a:ahLst/>
            <a:cxnLst/>
            <a:rect l="l" t="t" r="r" b="b"/>
            <a:pathLst>
              <a:path w="4805" h="502" extrusionOk="0">
                <a:moveTo>
                  <a:pt x="401" y="1"/>
                </a:moveTo>
                <a:cubicBezTo>
                  <a:pt x="168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04" y="268"/>
                  <a:pt x="4804" y="501"/>
                </a:cubicBezTo>
                <a:lnTo>
                  <a:pt x="4804" y="435"/>
                </a:lnTo>
                <a:cubicBezTo>
                  <a:pt x="4804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7"/>
          <p:cNvSpPr/>
          <p:nvPr/>
        </p:nvSpPr>
        <p:spPr>
          <a:xfrm>
            <a:off x="6804345" y="3360207"/>
            <a:ext cx="125987" cy="12271"/>
          </a:xfrm>
          <a:custGeom>
            <a:avLst/>
            <a:gdLst/>
            <a:ahLst/>
            <a:cxnLst/>
            <a:rect l="l" t="t" r="r" b="b"/>
            <a:pathLst>
              <a:path w="4805" h="468" extrusionOk="0">
                <a:moveTo>
                  <a:pt x="401" y="0"/>
                </a:moveTo>
                <a:cubicBezTo>
                  <a:pt x="168" y="0"/>
                  <a:pt x="1" y="167"/>
                  <a:pt x="1" y="400"/>
                </a:cubicBezTo>
                <a:lnTo>
                  <a:pt x="1" y="467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04" y="267"/>
                  <a:pt x="4804" y="467"/>
                </a:cubicBezTo>
                <a:lnTo>
                  <a:pt x="4804" y="400"/>
                </a:lnTo>
                <a:cubicBezTo>
                  <a:pt x="4804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7"/>
          <p:cNvSpPr/>
          <p:nvPr/>
        </p:nvSpPr>
        <p:spPr>
          <a:xfrm>
            <a:off x="6288337" y="3360207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00" y="0"/>
                </a:moveTo>
                <a:cubicBezTo>
                  <a:pt x="167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167" y="67"/>
                  <a:pt x="400" y="67"/>
                </a:cubicBezTo>
                <a:lnTo>
                  <a:pt x="4403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03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7"/>
          <p:cNvSpPr/>
          <p:nvPr/>
        </p:nvSpPr>
        <p:spPr>
          <a:xfrm>
            <a:off x="6804345" y="2967485"/>
            <a:ext cx="125987" cy="13162"/>
          </a:xfrm>
          <a:custGeom>
            <a:avLst/>
            <a:gdLst/>
            <a:ahLst/>
            <a:cxnLst/>
            <a:rect l="l" t="t" r="r" b="b"/>
            <a:pathLst>
              <a:path w="4805" h="502" extrusionOk="0">
                <a:moveTo>
                  <a:pt x="401" y="1"/>
                </a:moveTo>
                <a:cubicBezTo>
                  <a:pt x="168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04" y="268"/>
                  <a:pt x="4804" y="501"/>
                </a:cubicBezTo>
                <a:lnTo>
                  <a:pt x="4804" y="434"/>
                </a:lnTo>
                <a:cubicBezTo>
                  <a:pt x="4804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7"/>
          <p:cNvSpPr/>
          <p:nvPr/>
        </p:nvSpPr>
        <p:spPr>
          <a:xfrm>
            <a:off x="6288337" y="3061064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00" y="1"/>
                </a:moveTo>
                <a:cubicBezTo>
                  <a:pt x="167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167" y="101"/>
                  <a:pt x="400" y="101"/>
                </a:cubicBezTo>
                <a:lnTo>
                  <a:pt x="4403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03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7"/>
          <p:cNvSpPr/>
          <p:nvPr/>
        </p:nvSpPr>
        <p:spPr>
          <a:xfrm>
            <a:off x="6116020" y="3204513"/>
            <a:ext cx="299144" cy="13136"/>
          </a:xfrm>
          <a:custGeom>
            <a:avLst/>
            <a:gdLst/>
            <a:ahLst/>
            <a:cxnLst/>
            <a:rect l="l" t="t" r="r" b="b"/>
            <a:pathLst>
              <a:path w="11409" h="501" extrusionOk="0">
                <a:moveTo>
                  <a:pt x="434" y="1"/>
                </a:moveTo>
                <a:cubicBezTo>
                  <a:pt x="201" y="1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10975" y="67"/>
                </a:lnTo>
                <a:cubicBezTo>
                  <a:pt x="11209" y="67"/>
                  <a:pt x="11409" y="267"/>
                  <a:pt x="11409" y="501"/>
                </a:cubicBezTo>
                <a:lnTo>
                  <a:pt x="11409" y="401"/>
                </a:lnTo>
                <a:cubicBezTo>
                  <a:pt x="11409" y="167"/>
                  <a:pt x="11209" y="1"/>
                  <a:pt x="10975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7"/>
          <p:cNvSpPr/>
          <p:nvPr/>
        </p:nvSpPr>
        <p:spPr>
          <a:xfrm>
            <a:off x="6288337" y="3671568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00" y="0"/>
                </a:moveTo>
                <a:cubicBezTo>
                  <a:pt x="167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167" y="67"/>
                  <a:pt x="400" y="67"/>
                </a:cubicBezTo>
                <a:lnTo>
                  <a:pt x="4403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0"/>
                  <a:pt x="4403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7"/>
          <p:cNvSpPr/>
          <p:nvPr/>
        </p:nvSpPr>
        <p:spPr>
          <a:xfrm>
            <a:off x="6288337" y="351587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00" y="1"/>
                </a:moveTo>
                <a:cubicBezTo>
                  <a:pt x="167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167" y="67"/>
                  <a:pt x="400" y="67"/>
                </a:cubicBezTo>
                <a:lnTo>
                  <a:pt x="4403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03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27"/>
          <p:cNvSpPr/>
          <p:nvPr/>
        </p:nvSpPr>
        <p:spPr>
          <a:xfrm>
            <a:off x="6288337" y="296748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00" y="1"/>
                </a:moveTo>
                <a:cubicBezTo>
                  <a:pt x="167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167" y="101"/>
                  <a:pt x="400" y="101"/>
                </a:cubicBezTo>
                <a:lnTo>
                  <a:pt x="4403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03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7"/>
          <p:cNvSpPr/>
          <p:nvPr/>
        </p:nvSpPr>
        <p:spPr>
          <a:xfrm>
            <a:off x="7147196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501"/>
                </a:lnTo>
                <a:cubicBezTo>
                  <a:pt x="34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27"/>
          <p:cNvSpPr/>
          <p:nvPr/>
        </p:nvSpPr>
        <p:spPr>
          <a:xfrm>
            <a:off x="7147196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5"/>
                </a:cubicBezTo>
                <a:lnTo>
                  <a:pt x="1" y="501"/>
                </a:lnTo>
                <a:cubicBezTo>
                  <a:pt x="34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8" y="268"/>
                  <a:pt x="4838" y="501"/>
                </a:cubicBezTo>
                <a:lnTo>
                  <a:pt x="4838" y="435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7"/>
          <p:cNvSpPr/>
          <p:nvPr/>
        </p:nvSpPr>
        <p:spPr>
          <a:xfrm>
            <a:off x="7147196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1"/>
                </a:moveTo>
                <a:cubicBezTo>
                  <a:pt x="201" y="1"/>
                  <a:pt x="1" y="201"/>
                  <a:pt x="1" y="401"/>
                </a:cubicBezTo>
                <a:lnTo>
                  <a:pt x="1" y="501"/>
                </a:lnTo>
                <a:cubicBezTo>
                  <a:pt x="34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7"/>
          <p:cNvSpPr/>
          <p:nvPr/>
        </p:nvSpPr>
        <p:spPr>
          <a:xfrm>
            <a:off x="6975771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04" y="101"/>
                </a:lnTo>
                <a:cubicBezTo>
                  <a:pt x="4637" y="101"/>
                  <a:pt x="4838" y="268"/>
                  <a:pt x="4838" y="501"/>
                </a:cubicBezTo>
                <a:lnTo>
                  <a:pt x="4838" y="435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27"/>
          <p:cNvSpPr/>
          <p:nvPr/>
        </p:nvSpPr>
        <p:spPr>
          <a:xfrm>
            <a:off x="6975771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1"/>
                </a:moveTo>
                <a:cubicBezTo>
                  <a:pt x="201" y="1"/>
                  <a:pt x="1" y="201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27"/>
          <p:cNvSpPr/>
          <p:nvPr/>
        </p:nvSpPr>
        <p:spPr>
          <a:xfrm>
            <a:off x="6975771" y="3360207"/>
            <a:ext cx="126852" cy="12271"/>
          </a:xfrm>
          <a:custGeom>
            <a:avLst/>
            <a:gdLst/>
            <a:ahLst/>
            <a:cxnLst/>
            <a:rect l="l" t="t" r="r" b="b"/>
            <a:pathLst>
              <a:path w="4838" h="468" extrusionOk="0">
                <a:moveTo>
                  <a:pt x="434" y="0"/>
                </a:moveTo>
                <a:cubicBezTo>
                  <a:pt x="201" y="0"/>
                  <a:pt x="1" y="167"/>
                  <a:pt x="1" y="400"/>
                </a:cubicBezTo>
                <a:lnTo>
                  <a:pt x="1" y="467"/>
                </a:lnTo>
                <a:cubicBezTo>
                  <a:pt x="1" y="267"/>
                  <a:pt x="201" y="67"/>
                  <a:pt x="434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467"/>
                </a:cubicBezTo>
                <a:lnTo>
                  <a:pt x="4838" y="400"/>
                </a:lnTo>
                <a:cubicBezTo>
                  <a:pt x="4838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7"/>
          <p:cNvSpPr/>
          <p:nvPr/>
        </p:nvSpPr>
        <p:spPr>
          <a:xfrm>
            <a:off x="7147196" y="3360207"/>
            <a:ext cx="126852" cy="12271"/>
          </a:xfrm>
          <a:custGeom>
            <a:avLst/>
            <a:gdLst/>
            <a:ahLst/>
            <a:cxnLst/>
            <a:rect l="l" t="t" r="r" b="b"/>
            <a:pathLst>
              <a:path w="4838" h="468" extrusionOk="0">
                <a:moveTo>
                  <a:pt x="434" y="0"/>
                </a:moveTo>
                <a:cubicBezTo>
                  <a:pt x="201" y="0"/>
                  <a:pt x="1" y="167"/>
                  <a:pt x="1" y="400"/>
                </a:cubicBezTo>
                <a:lnTo>
                  <a:pt x="1" y="467"/>
                </a:lnTo>
                <a:cubicBezTo>
                  <a:pt x="34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7"/>
                  <a:pt x="4838" y="467"/>
                </a:cubicBezTo>
                <a:lnTo>
                  <a:pt x="4838" y="400"/>
                </a:lnTo>
                <a:cubicBezTo>
                  <a:pt x="4838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7"/>
          <p:cNvSpPr/>
          <p:nvPr/>
        </p:nvSpPr>
        <p:spPr>
          <a:xfrm>
            <a:off x="6975771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201" y="67"/>
                  <a:pt x="434" y="67"/>
                </a:cubicBezTo>
                <a:lnTo>
                  <a:pt x="4404" y="67"/>
                </a:lnTo>
                <a:cubicBezTo>
                  <a:pt x="4637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7"/>
          <p:cNvSpPr/>
          <p:nvPr/>
        </p:nvSpPr>
        <p:spPr>
          <a:xfrm>
            <a:off x="6975771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04" y="101"/>
                </a:lnTo>
                <a:cubicBezTo>
                  <a:pt x="4637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27"/>
          <p:cNvSpPr/>
          <p:nvPr/>
        </p:nvSpPr>
        <p:spPr>
          <a:xfrm>
            <a:off x="7147196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34" y="268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7"/>
          <p:cNvSpPr/>
          <p:nvPr/>
        </p:nvSpPr>
        <p:spPr>
          <a:xfrm>
            <a:off x="6804345" y="3671568"/>
            <a:ext cx="814315" cy="13136"/>
          </a:xfrm>
          <a:custGeom>
            <a:avLst/>
            <a:gdLst/>
            <a:ahLst/>
            <a:cxnLst/>
            <a:rect l="l" t="t" r="r" b="b"/>
            <a:pathLst>
              <a:path w="31057" h="501" extrusionOk="0">
                <a:moveTo>
                  <a:pt x="401" y="0"/>
                </a:moveTo>
                <a:cubicBezTo>
                  <a:pt x="168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30623" y="67"/>
                </a:lnTo>
                <a:cubicBezTo>
                  <a:pt x="30856" y="67"/>
                  <a:pt x="31056" y="267"/>
                  <a:pt x="31056" y="501"/>
                </a:cubicBezTo>
                <a:lnTo>
                  <a:pt x="31056" y="401"/>
                </a:lnTo>
                <a:cubicBezTo>
                  <a:pt x="31056" y="167"/>
                  <a:pt x="30856" y="0"/>
                  <a:pt x="30623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7"/>
          <p:cNvSpPr/>
          <p:nvPr/>
        </p:nvSpPr>
        <p:spPr>
          <a:xfrm>
            <a:off x="6632054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201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7"/>
          <p:cNvSpPr/>
          <p:nvPr/>
        </p:nvSpPr>
        <p:spPr>
          <a:xfrm>
            <a:off x="6459763" y="296748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70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7"/>
          <p:cNvSpPr/>
          <p:nvPr/>
        </p:nvSpPr>
        <p:spPr>
          <a:xfrm>
            <a:off x="6632054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201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7"/>
          <p:cNvSpPr/>
          <p:nvPr/>
        </p:nvSpPr>
        <p:spPr>
          <a:xfrm>
            <a:off x="6459763" y="3671568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0"/>
                </a:moveTo>
                <a:cubicBezTo>
                  <a:pt x="200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70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27"/>
          <p:cNvSpPr/>
          <p:nvPr/>
        </p:nvSpPr>
        <p:spPr>
          <a:xfrm>
            <a:off x="6459763" y="3061064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70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7"/>
          <p:cNvSpPr/>
          <p:nvPr/>
        </p:nvSpPr>
        <p:spPr>
          <a:xfrm>
            <a:off x="6459763" y="351587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7"/>
          <p:cNvSpPr/>
          <p:nvPr/>
        </p:nvSpPr>
        <p:spPr>
          <a:xfrm>
            <a:off x="6459763" y="3204513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1"/>
                </a:moveTo>
                <a:cubicBezTo>
                  <a:pt x="200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27"/>
          <p:cNvSpPr/>
          <p:nvPr/>
        </p:nvSpPr>
        <p:spPr>
          <a:xfrm>
            <a:off x="6459763" y="3360207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0"/>
                </a:moveTo>
                <a:cubicBezTo>
                  <a:pt x="200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70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27"/>
          <p:cNvSpPr/>
          <p:nvPr/>
        </p:nvSpPr>
        <p:spPr>
          <a:xfrm>
            <a:off x="6632054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201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1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27"/>
          <p:cNvSpPr/>
          <p:nvPr/>
        </p:nvSpPr>
        <p:spPr>
          <a:xfrm>
            <a:off x="6632054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1"/>
                </a:moveTo>
                <a:cubicBezTo>
                  <a:pt x="201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7"/>
          <p:cNvSpPr/>
          <p:nvPr/>
        </p:nvSpPr>
        <p:spPr>
          <a:xfrm>
            <a:off x="6632054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201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1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7"/>
          <p:cNvSpPr/>
          <p:nvPr/>
        </p:nvSpPr>
        <p:spPr>
          <a:xfrm>
            <a:off x="6632054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201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7"/>
          <p:cNvSpPr/>
          <p:nvPr/>
        </p:nvSpPr>
        <p:spPr>
          <a:xfrm>
            <a:off x="6792100" y="3891973"/>
            <a:ext cx="649889" cy="380478"/>
          </a:xfrm>
          <a:custGeom>
            <a:avLst/>
            <a:gdLst/>
            <a:ahLst/>
            <a:cxnLst/>
            <a:rect l="l" t="t" r="r" b="b"/>
            <a:pathLst>
              <a:path w="24786" h="14511" extrusionOk="0">
                <a:moveTo>
                  <a:pt x="2002" y="0"/>
                </a:moveTo>
                <a:cubicBezTo>
                  <a:pt x="901" y="0"/>
                  <a:pt x="1" y="901"/>
                  <a:pt x="1" y="2002"/>
                </a:cubicBezTo>
                <a:lnTo>
                  <a:pt x="1" y="12509"/>
                </a:lnTo>
                <a:cubicBezTo>
                  <a:pt x="1" y="13610"/>
                  <a:pt x="901" y="14511"/>
                  <a:pt x="2002" y="14511"/>
                </a:cubicBezTo>
                <a:lnTo>
                  <a:pt x="22784" y="14511"/>
                </a:lnTo>
                <a:cubicBezTo>
                  <a:pt x="23884" y="14511"/>
                  <a:pt x="24785" y="13610"/>
                  <a:pt x="24785" y="12509"/>
                </a:cubicBezTo>
                <a:lnTo>
                  <a:pt x="24785" y="2002"/>
                </a:lnTo>
                <a:cubicBezTo>
                  <a:pt x="24785" y="901"/>
                  <a:pt x="23884" y="0"/>
                  <a:pt x="22784" y="0"/>
                </a:cubicBezTo>
                <a:close/>
              </a:path>
            </a:pathLst>
          </a:custGeom>
          <a:solidFill>
            <a:srgbClr val="C1B7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7"/>
          <p:cNvSpPr/>
          <p:nvPr/>
        </p:nvSpPr>
        <p:spPr>
          <a:xfrm>
            <a:off x="6116020" y="2967485"/>
            <a:ext cx="2017786" cy="822181"/>
          </a:xfrm>
          <a:custGeom>
            <a:avLst/>
            <a:gdLst/>
            <a:ahLst/>
            <a:cxnLst/>
            <a:rect l="l" t="t" r="r" b="b"/>
            <a:pathLst>
              <a:path w="76956" h="31357" extrusionOk="0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2369"/>
                </a:lnTo>
                <a:cubicBezTo>
                  <a:pt x="1" y="2603"/>
                  <a:pt x="201" y="2769"/>
                  <a:pt x="434" y="2769"/>
                </a:cubicBezTo>
                <a:lnTo>
                  <a:pt x="4437" y="2769"/>
                </a:lnTo>
                <a:cubicBezTo>
                  <a:pt x="4671" y="2769"/>
                  <a:pt x="4837" y="2603"/>
                  <a:pt x="4837" y="2369"/>
                </a:cubicBezTo>
                <a:lnTo>
                  <a:pt x="4837" y="434"/>
                </a:lnTo>
                <a:cubicBezTo>
                  <a:pt x="4837" y="201"/>
                  <a:pt x="4671" y="1"/>
                  <a:pt x="4437" y="1"/>
                </a:cubicBezTo>
                <a:close/>
                <a:moveTo>
                  <a:pt x="6972" y="1"/>
                </a:moveTo>
                <a:cubicBezTo>
                  <a:pt x="6739" y="1"/>
                  <a:pt x="6572" y="201"/>
                  <a:pt x="6572" y="434"/>
                </a:cubicBezTo>
                <a:lnTo>
                  <a:pt x="6572" y="2369"/>
                </a:lnTo>
                <a:cubicBezTo>
                  <a:pt x="6572" y="2603"/>
                  <a:pt x="6739" y="2769"/>
                  <a:pt x="6972" y="2769"/>
                </a:cubicBezTo>
                <a:lnTo>
                  <a:pt x="10975" y="2769"/>
                </a:lnTo>
                <a:cubicBezTo>
                  <a:pt x="11209" y="2769"/>
                  <a:pt x="11409" y="2603"/>
                  <a:pt x="11409" y="2369"/>
                </a:cubicBezTo>
                <a:lnTo>
                  <a:pt x="11409" y="434"/>
                </a:lnTo>
                <a:cubicBezTo>
                  <a:pt x="11409" y="201"/>
                  <a:pt x="11209" y="1"/>
                  <a:pt x="10975" y="1"/>
                </a:cubicBezTo>
                <a:close/>
                <a:moveTo>
                  <a:pt x="13544" y="1"/>
                </a:moveTo>
                <a:cubicBezTo>
                  <a:pt x="13310" y="1"/>
                  <a:pt x="13110" y="201"/>
                  <a:pt x="13110" y="434"/>
                </a:cubicBezTo>
                <a:lnTo>
                  <a:pt x="13110" y="2369"/>
                </a:lnTo>
                <a:cubicBezTo>
                  <a:pt x="13110" y="2603"/>
                  <a:pt x="13310" y="2769"/>
                  <a:pt x="13544" y="2769"/>
                </a:cubicBezTo>
                <a:lnTo>
                  <a:pt x="17547" y="2769"/>
                </a:lnTo>
                <a:cubicBezTo>
                  <a:pt x="17780" y="2769"/>
                  <a:pt x="17947" y="2603"/>
                  <a:pt x="17947" y="2369"/>
                </a:cubicBezTo>
                <a:lnTo>
                  <a:pt x="17947" y="434"/>
                </a:lnTo>
                <a:cubicBezTo>
                  <a:pt x="17947" y="201"/>
                  <a:pt x="17780" y="1"/>
                  <a:pt x="17547" y="1"/>
                </a:cubicBezTo>
                <a:close/>
                <a:moveTo>
                  <a:pt x="20082" y="1"/>
                </a:moveTo>
                <a:cubicBezTo>
                  <a:pt x="19882" y="1"/>
                  <a:pt x="19681" y="201"/>
                  <a:pt x="19681" y="434"/>
                </a:cubicBezTo>
                <a:lnTo>
                  <a:pt x="19681" y="2369"/>
                </a:lnTo>
                <a:cubicBezTo>
                  <a:pt x="19681" y="2603"/>
                  <a:pt x="19882" y="2769"/>
                  <a:pt x="20082" y="2769"/>
                </a:cubicBezTo>
                <a:lnTo>
                  <a:pt x="24085" y="2769"/>
                </a:lnTo>
                <a:cubicBezTo>
                  <a:pt x="24318" y="2769"/>
                  <a:pt x="24518" y="2603"/>
                  <a:pt x="24518" y="2369"/>
                </a:cubicBezTo>
                <a:lnTo>
                  <a:pt x="24518" y="434"/>
                </a:lnTo>
                <a:cubicBezTo>
                  <a:pt x="24518" y="201"/>
                  <a:pt x="24318" y="1"/>
                  <a:pt x="24085" y="1"/>
                </a:cubicBezTo>
                <a:close/>
                <a:moveTo>
                  <a:pt x="26653" y="1"/>
                </a:moveTo>
                <a:cubicBezTo>
                  <a:pt x="26420" y="1"/>
                  <a:pt x="26253" y="201"/>
                  <a:pt x="26253" y="434"/>
                </a:cubicBezTo>
                <a:lnTo>
                  <a:pt x="26253" y="2369"/>
                </a:lnTo>
                <a:cubicBezTo>
                  <a:pt x="26253" y="2603"/>
                  <a:pt x="26420" y="2769"/>
                  <a:pt x="26653" y="2769"/>
                </a:cubicBezTo>
                <a:lnTo>
                  <a:pt x="30656" y="2769"/>
                </a:lnTo>
                <a:cubicBezTo>
                  <a:pt x="30889" y="2769"/>
                  <a:pt x="31056" y="2603"/>
                  <a:pt x="31056" y="2369"/>
                </a:cubicBezTo>
                <a:lnTo>
                  <a:pt x="31056" y="434"/>
                </a:lnTo>
                <a:cubicBezTo>
                  <a:pt x="31056" y="201"/>
                  <a:pt x="30889" y="1"/>
                  <a:pt x="30656" y="1"/>
                </a:cubicBezTo>
                <a:close/>
                <a:moveTo>
                  <a:pt x="33224" y="1"/>
                </a:moveTo>
                <a:cubicBezTo>
                  <a:pt x="32991" y="1"/>
                  <a:pt x="32791" y="201"/>
                  <a:pt x="32791" y="434"/>
                </a:cubicBezTo>
                <a:lnTo>
                  <a:pt x="32791" y="2369"/>
                </a:lnTo>
                <a:cubicBezTo>
                  <a:pt x="32791" y="2603"/>
                  <a:pt x="32991" y="2769"/>
                  <a:pt x="33224" y="2769"/>
                </a:cubicBezTo>
                <a:lnTo>
                  <a:pt x="37194" y="2769"/>
                </a:lnTo>
                <a:cubicBezTo>
                  <a:pt x="37427" y="2769"/>
                  <a:pt x="37628" y="2603"/>
                  <a:pt x="37628" y="2369"/>
                </a:cubicBezTo>
                <a:lnTo>
                  <a:pt x="37628" y="434"/>
                </a:lnTo>
                <a:cubicBezTo>
                  <a:pt x="37628" y="201"/>
                  <a:pt x="37427" y="1"/>
                  <a:pt x="37194" y="1"/>
                </a:cubicBezTo>
                <a:close/>
                <a:moveTo>
                  <a:pt x="39762" y="1"/>
                </a:moveTo>
                <a:cubicBezTo>
                  <a:pt x="39529" y="1"/>
                  <a:pt x="39329" y="201"/>
                  <a:pt x="39329" y="434"/>
                </a:cubicBezTo>
                <a:lnTo>
                  <a:pt x="39329" y="2369"/>
                </a:lnTo>
                <a:cubicBezTo>
                  <a:pt x="39362" y="2603"/>
                  <a:pt x="39529" y="2769"/>
                  <a:pt x="39762" y="2769"/>
                </a:cubicBezTo>
                <a:lnTo>
                  <a:pt x="43765" y="2769"/>
                </a:lnTo>
                <a:cubicBezTo>
                  <a:pt x="43999" y="2769"/>
                  <a:pt x="44166" y="2603"/>
                  <a:pt x="44166" y="2369"/>
                </a:cubicBezTo>
                <a:lnTo>
                  <a:pt x="44166" y="434"/>
                </a:lnTo>
                <a:cubicBezTo>
                  <a:pt x="44166" y="201"/>
                  <a:pt x="43999" y="1"/>
                  <a:pt x="43765" y="1"/>
                </a:cubicBezTo>
                <a:close/>
                <a:moveTo>
                  <a:pt x="46334" y="1"/>
                </a:moveTo>
                <a:cubicBezTo>
                  <a:pt x="46100" y="1"/>
                  <a:pt x="45900" y="201"/>
                  <a:pt x="45900" y="434"/>
                </a:cubicBezTo>
                <a:lnTo>
                  <a:pt x="45900" y="2369"/>
                </a:lnTo>
                <a:cubicBezTo>
                  <a:pt x="45900" y="2603"/>
                  <a:pt x="46100" y="2769"/>
                  <a:pt x="46334" y="2769"/>
                </a:cubicBezTo>
                <a:lnTo>
                  <a:pt x="50337" y="2769"/>
                </a:lnTo>
                <a:cubicBezTo>
                  <a:pt x="50537" y="2769"/>
                  <a:pt x="50737" y="2603"/>
                  <a:pt x="50737" y="2369"/>
                </a:cubicBezTo>
                <a:lnTo>
                  <a:pt x="50737" y="434"/>
                </a:lnTo>
                <a:cubicBezTo>
                  <a:pt x="50737" y="201"/>
                  <a:pt x="50537" y="1"/>
                  <a:pt x="50337" y="1"/>
                </a:cubicBezTo>
                <a:close/>
                <a:moveTo>
                  <a:pt x="52872" y="1"/>
                </a:moveTo>
                <a:cubicBezTo>
                  <a:pt x="52638" y="1"/>
                  <a:pt x="52471" y="201"/>
                  <a:pt x="52471" y="434"/>
                </a:cubicBezTo>
                <a:lnTo>
                  <a:pt x="52471" y="2369"/>
                </a:lnTo>
                <a:cubicBezTo>
                  <a:pt x="52471" y="2603"/>
                  <a:pt x="52638" y="2769"/>
                  <a:pt x="52872" y="2769"/>
                </a:cubicBezTo>
                <a:lnTo>
                  <a:pt x="56875" y="2769"/>
                </a:lnTo>
                <a:cubicBezTo>
                  <a:pt x="57108" y="2769"/>
                  <a:pt x="57308" y="2603"/>
                  <a:pt x="57308" y="2369"/>
                </a:cubicBezTo>
                <a:lnTo>
                  <a:pt x="57308" y="434"/>
                </a:lnTo>
                <a:cubicBezTo>
                  <a:pt x="57308" y="201"/>
                  <a:pt x="57108" y="1"/>
                  <a:pt x="56875" y="1"/>
                </a:cubicBezTo>
                <a:close/>
                <a:moveTo>
                  <a:pt x="59443" y="1"/>
                </a:moveTo>
                <a:cubicBezTo>
                  <a:pt x="59210" y="1"/>
                  <a:pt x="59009" y="201"/>
                  <a:pt x="59009" y="434"/>
                </a:cubicBezTo>
                <a:lnTo>
                  <a:pt x="59009" y="2369"/>
                </a:lnTo>
                <a:cubicBezTo>
                  <a:pt x="59009" y="2603"/>
                  <a:pt x="59210" y="2769"/>
                  <a:pt x="59443" y="2769"/>
                </a:cubicBezTo>
                <a:lnTo>
                  <a:pt x="63446" y="2769"/>
                </a:lnTo>
                <a:cubicBezTo>
                  <a:pt x="63646" y="2769"/>
                  <a:pt x="63846" y="2603"/>
                  <a:pt x="63846" y="2369"/>
                </a:cubicBezTo>
                <a:lnTo>
                  <a:pt x="63846" y="434"/>
                </a:lnTo>
                <a:cubicBezTo>
                  <a:pt x="63846" y="201"/>
                  <a:pt x="63646" y="1"/>
                  <a:pt x="63446" y="1"/>
                </a:cubicBezTo>
                <a:close/>
                <a:moveTo>
                  <a:pt x="65981" y="1"/>
                </a:moveTo>
                <a:cubicBezTo>
                  <a:pt x="65748" y="1"/>
                  <a:pt x="65581" y="201"/>
                  <a:pt x="65581" y="434"/>
                </a:cubicBezTo>
                <a:lnTo>
                  <a:pt x="65581" y="2369"/>
                </a:lnTo>
                <a:cubicBezTo>
                  <a:pt x="65581" y="2603"/>
                  <a:pt x="65748" y="2769"/>
                  <a:pt x="65981" y="2769"/>
                </a:cubicBezTo>
                <a:lnTo>
                  <a:pt x="69984" y="2769"/>
                </a:lnTo>
                <a:cubicBezTo>
                  <a:pt x="70217" y="2769"/>
                  <a:pt x="70418" y="2603"/>
                  <a:pt x="70418" y="2369"/>
                </a:cubicBezTo>
                <a:lnTo>
                  <a:pt x="70418" y="434"/>
                </a:lnTo>
                <a:cubicBezTo>
                  <a:pt x="70418" y="201"/>
                  <a:pt x="70217" y="1"/>
                  <a:pt x="69984" y="1"/>
                </a:cubicBezTo>
                <a:close/>
                <a:moveTo>
                  <a:pt x="72552" y="1"/>
                </a:moveTo>
                <a:cubicBezTo>
                  <a:pt x="72319" y="1"/>
                  <a:pt x="72119" y="201"/>
                  <a:pt x="72119" y="434"/>
                </a:cubicBezTo>
                <a:lnTo>
                  <a:pt x="72119" y="2369"/>
                </a:lnTo>
                <a:cubicBezTo>
                  <a:pt x="72119" y="2603"/>
                  <a:pt x="72319" y="2769"/>
                  <a:pt x="72552" y="2769"/>
                </a:cubicBezTo>
                <a:lnTo>
                  <a:pt x="76555" y="2769"/>
                </a:lnTo>
                <a:cubicBezTo>
                  <a:pt x="76789" y="2769"/>
                  <a:pt x="76956" y="2603"/>
                  <a:pt x="76956" y="2369"/>
                </a:cubicBezTo>
                <a:lnTo>
                  <a:pt x="76956" y="434"/>
                </a:lnTo>
                <a:cubicBezTo>
                  <a:pt x="76956" y="201"/>
                  <a:pt x="76789" y="1"/>
                  <a:pt x="76555" y="1"/>
                </a:cubicBezTo>
                <a:close/>
                <a:moveTo>
                  <a:pt x="434" y="3570"/>
                </a:moveTo>
                <a:cubicBezTo>
                  <a:pt x="201" y="3570"/>
                  <a:pt x="1" y="3770"/>
                  <a:pt x="1" y="4004"/>
                </a:cubicBezTo>
                <a:lnTo>
                  <a:pt x="1" y="7673"/>
                </a:lnTo>
                <a:cubicBezTo>
                  <a:pt x="1" y="7906"/>
                  <a:pt x="201" y="8073"/>
                  <a:pt x="434" y="8073"/>
                </a:cubicBezTo>
                <a:lnTo>
                  <a:pt x="4437" y="8073"/>
                </a:lnTo>
                <a:cubicBezTo>
                  <a:pt x="4671" y="8073"/>
                  <a:pt x="4837" y="7906"/>
                  <a:pt x="4837" y="7673"/>
                </a:cubicBezTo>
                <a:lnTo>
                  <a:pt x="4837" y="4004"/>
                </a:lnTo>
                <a:cubicBezTo>
                  <a:pt x="4837" y="3770"/>
                  <a:pt x="4671" y="3570"/>
                  <a:pt x="4437" y="3570"/>
                </a:cubicBezTo>
                <a:close/>
                <a:moveTo>
                  <a:pt x="6972" y="3570"/>
                </a:moveTo>
                <a:cubicBezTo>
                  <a:pt x="6739" y="3570"/>
                  <a:pt x="6572" y="3770"/>
                  <a:pt x="6572" y="4004"/>
                </a:cubicBezTo>
                <a:lnTo>
                  <a:pt x="6572" y="7673"/>
                </a:lnTo>
                <a:cubicBezTo>
                  <a:pt x="6572" y="7906"/>
                  <a:pt x="6739" y="8073"/>
                  <a:pt x="6972" y="8073"/>
                </a:cubicBezTo>
                <a:lnTo>
                  <a:pt x="10975" y="8073"/>
                </a:lnTo>
                <a:cubicBezTo>
                  <a:pt x="11209" y="8073"/>
                  <a:pt x="11409" y="7906"/>
                  <a:pt x="11409" y="7673"/>
                </a:cubicBezTo>
                <a:lnTo>
                  <a:pt x="11409" y="4004"/>
                </a:lnTo>
                <a:cubicBezTo>
                  <a:pt x="11409" y="3770"/>
                  <a:pt x="11209" y="3570"/>
                  <a:pt x="10975" y="3570"/>
                </a:cubicBezTo>
                <a:close/>
                <a:moveTo>
                  <a:pt x="13544" y="3570"/>
                </a:moveTo>
                <a:cubicBezTo>
                  <a:pt x="13310" y="3570"/>
                  <a:pt x="13110" y="3770"/>
                  <a:pt x="13110" y="4004"/>
                </a:cubicBezTo>
                <a:lnTo>
                  <a:pt x="13110" y="7673"/>
                </a:lnTo>
                <a:cubicBezTo>
                  <a:pt x="13110" y="7906"/>
                  <a:pt x="13310" y="8073"/>
                  <a:pt x="13544" y="8073"/>
                </a:cubicBezTo>
                <a:lnTo>
                  <a:pt x="17547" y="8073"/>
                </a:lnTo>
                <a:cubicBezTo>
                  <a:pt x="17780" y="8073"/>
                  <a:pt x="17947" y="7906"/>
                  <a:pt x="17947" y="7673"/>
                </a:cubicBezTo>
                <a:lnTo>
                  <a:pt x="17947" y="4004"/>
                </a:lnTo>
                <a:cubicBezTo>
                  <a:pt x="17947" y="3770"/>
                  <a:pt x="17780" y="3570"/>
                  <a:pt x="17547" y="3570"/>
                </a:cubicBezTo>
                <a:close/>
                <a:moveTo>
                  <a:pt x="20082" y="3570"/>
                </a:moveTo>
                <a:cubicBezTo>
                  <a:pt x="19882" y="3570"/>
                  <a:pt x="19681" y="3770"/>
                  <a:pt x="19681" y="4004"/>
                </a:cubicBezTo>
                <a:lnTo>
                  <a:pt x="19681" y="7673"/>
                </a:lnTo>
                <a:cubicBezTo>
                  <a:pt x="19681" y="7906"/>
                  <a:pt x="19882" y="8073"/>
                  <a:pt x="20082" y="8073"/>
                </a:cubicBezTo>
                <a:lnTo>
                  <a:pt x="24085" y="8073"/>
                </a:lnTo>
                <a:cubicBezTo>
                  <a:pt x="24318" y="8073"/>
                  <a:pt x="24518" y="7906"/>
                  <a:pt x="24518" y="7673"/>
                </a:cubicBezTo>
                <a:lnTo>
                  <a:pt x="24518" y="4004"/>
                </a:lnTo>
                <a:cubicBezTo>
                  <a:pt x="24518" y="3770"/>
                  <a:pt x="24318" y="3570"/>
                  <a:pt x="24085" y="3570"/>
                </a:cubicBezTo>
                <a:close/>
                <a:moveTo>
                  <a:pt x="26653" y="3570"/>
                </a:moveTo>
                <a:cubicBezTo>
                  <a:pt x="26420" y="3570"/>
                  <a:pt x="26253" y="3770"/>
                  <a:pt x="26253" y="4004"/>
                </a:cubicBezTo>
                <a:lnTo>
                  <a:pt x="26253" y="7673"/>
                </a:lnTo>
                <a:cubicBezTo>
                  <a:pt x="26253" y="7906"/>
                  <a:pt x="26420" y="8073"/>
                  <a:pt x="26653" y="8073"/>
                </a:cubicBezTo>
                <a:lnTo>
                  <a:pt x="30656" y="8073"/>
                </a:lnTo>
                <a:cubicBezTo>
                  <a:pt x="30889" y="8073"/>
                  <a:pt x="31056" y="7906"/>
                  <a:pt x="31056" y="7673"/>
                </a:cubicBezTo>
                <a:lnTo>
                  <a:pt x="31056" y="4004"/>
                </a:lnTo>
                <a:cubicBezTo>
                  <a:pt x="31056" y="3770"/>
                  <a:pt x="30889" y="3570"/>
                  <a:pt x="30656" y="3570"/>
                </a:cubicBezTo>
                <a:close/>
                <a:moveTo>
                  <a:pt x="33224" y="3570"/>
                </a:moveTo>
                <a:cubicBezTo>
                  <a:pt x="32991" y="3570"/>
                  <a:pt x="32791" y="3770"/>
                  <a:pt x="32791" y="4004"/>
                </a:cubicBezTo>
                <a:lnTo>
                  <a:pt x="32791" y="7673"/>
                </a:lnTo>
                <a:cubicBezTo>
                  <a:pt x="32791" y="7906"/>
                  <a:pt x="32991" y="8073"/>
                  <a:pt x="33224" y="8073"/>
                </a:cubicBezTo>
                <a:lnTo>
                  <a:pt x="37194" y="8073"/>
                </a:lnTo>
                <a:cubicBezTo>
                  <a:pt x="37427" y="8073"/>
                  <a:pt x="37628" y="7906"/>
                  <a:pt x="37628" y="7673"/>
                </a:cubicBezTo>
                <a:lnTo>
                  <a:pt x="37628" y="4004"/>
                </a:lnTo>
                <a:cubicBezTo>
                  <a:pt x="37628" y="3770"/>
                  <a:pt x="37427" y="3570"/>
                  <a:pt x="37194" y="3570"/>
                </a:cubicBezTo>
                <a:close/>
                <a:moveTo>
                  <a:pt x="39762" y="3570"/>
                </a:moveTo>
                <a:cubicBezTo>
                  <a:pt x="39529" y="3570"/>
                  <a:pt x="39329" y="3770"/>
                  <a:pt x="39329" y="4004"/>
                </a:cubicBezTo>
                <a:lnTo>
                  <a:pt x="39329" y="7673"/>
                </a:lnTo>
                <a:cubicBezTo>
                  <a:pt x="39362" y="7906"/>
                  <a:pt x="39529" y="8073"/>
                  <a:pt x="39762" y="8073"/>
                </a:cubicBezTo>
                <a:lnTo>
                  <a:pt x="43765" y="8073"/>
                </a:lnTo>
                <a:cubicBezTo>
                  <a:pt x="43999" y="8073"/>
                  <a:pt x="44166" y="7906"/>
                  <a:pt x="44166" y="7673"/>
                </a:cubicBezTo>
                <a:lnTo>
                  <a:pt x="44166" y="4004"/>
                </a:lnTo>
                <a:cubicBezTo>
                  <a:pt x="44166" y="3770"/>
                  <a:pt x="43999" y="3570"/>
                  <a:pt x="43765" y="3570"/>
                </a:cubicBezTo>
                <a:close/>
                <a:moveTo>
                  <a:pt x="46334" y="3570"/>
                </a:moveTo>
                <a:cubicBezTo>
                  <a:pt x="46100" y="3570"/>
                  <a:pt x="45900" y="3770"/>
                  <a:pt x="45900" y="4004"/>
                </a:cubicBezTo>
                <a:lnTo>
                  <a:pt x="45900" y="7673"/>
                </a:lnTo>
                <a:cubicBezTo>
                  <a:pt x="45900" y="7906"/>
                  <a:pt x="46100" y="8073"/>
                  <a:pt x="46334" y="8073"/>
                </a:cubicBezTo>
                <a:lnTo>
                  <a:pt x="50337" y="8073"/>
                </a:lnTo>
                <a:cubicBezTo>
                  <a:pt x="50537" y="8073"/>
                  <a:pt x="50737" y="7906"/>
                  <a:pt x="50737" y="7673"/>
                </a:cubicBezTo>
                <a:lnTo>
                  <a:pt x="50737" y="4004"/>
                </a:lnTo>
                <a:cubicBezTo>
                  <a:pt x="50737" y="3770"/>
                  <a:pt x="50537" y="3570"/>
                  <a:pt x="50337" y="3570"/>
                </a:cubicBezTo>
                <a:close/>
                <a:moveTo>
                  <a:pt x="52872" y="3570"/>
                </a:moveTo>
                <a:cubicBezTo>
                  <a:pt x="52638" y="3570"/>
                  <a:pt x="52471" y="3770"/>
                  <a:pt x="52471" y="4004"/>
                </a:cubicBezTo>
                <a:lnTo>
                  <a:pt x="52471" y="7673"/>
                </a:lnTo>
                <a:cubicBezTo>
                  <a:pt x="52471" y="7906"/>
                  <a:pt x="52638" y="8073"/>
                  <a:pt x="52872" y="8073"/>
                </a:cubicBezTo>
                <a:lnTo>
                  <a:pt x="56875" y="8073"/>
                </a:lnTo>
                <a:cubicBezTo>
                  <a:pt x="57108" y="8073"/>
                  <a:pt x="57308" y="7906"/>
                  <a:pt x="57308" y="7673"/>
                </a:cubicBezTo>
                <a:lnTo>
                  <a:pt x="57308" y="4004"/>
                </a:lnTo>
                <a:cubicBezTo>
                  <a:pt x="57308" y="3770"/>
                  <a:pt x="57108" y="3570"/>
                  <a:pt x="56875" y="3570"/>
                </a:cubicBezTo>
                <a:close/>
                <a:moveTo>
                  <a:pt x="59443" y="3570"/>
                </a:moveTo>
                <a:cubicBezTo>
                  <a:pt x="59210" y="3570"/>
                  <a:pt x="59009" y="3770"/>
                  <a:pt x="59009" y="4004"/>
                </a:cubicBezTo>
                <a:lnTo>
                  <a:pt x="59009" y="7673"/>
                </a:lnTo>
                <a:cubicBezTo>
                  <a:pt x="59009" y="7906"/>
                  <a:pt x="59210" y="8073"/>
                  <a:pt x="59443" y="8073"/>
                </a:cubicBezTo>
                <a:lnTo>
                  <a:pt x="63446" y="8073"/>
                </a:lnTo>
                <a:cubicBezTo>
                  <a:pt x="63646" y="8073"/>
                  <a:pt x="63846" y="7906"/>
                  <a:pt x="63846" y="7673"/>
                </a:cubicBezTo>
                <a:lnTo>
                  <a:pt x="63846" y="4004"/>
                </a:lnTo>
                <a:cubicBezTo>
                  <a:pt x="63846" y="3770"/>
                  <a:pt x="63646" y="3570"/>
                  <a:pt x="63446" y="3570"/>
                </a:cubicBezTo>
                <a:close/>
                <a:moveTo>
                  <a:pt x="65981" y="3570"/>
                </a:moveTo>
                <a:cubicBezTo>
                  <a:pt x="65748" y="3570"/>
                  <a:pt x="65581" y="3770"/>
                  <a:pt x="65581" y="4004"/>
                </a:cubicBezTo>
                <a:lnTo>
                  <a:pt x="65581" y="7673"/>
                </a:lnTo>
                <a:cubicBezTo>
                  <a:pt x="65581" y="7906"/>
                  <a:pt x="65748" y="8073"/>
                  <a:pt x="65981" y="8073"/>
                </a:cubicBezTo>
                <a:lnTo>
                  <a:pt x="76555" y="8073"/>
                </a:lnTo>
                <a:cubicBezTo>
                  <a:pt x="76789" y="8073"/>
                  <a:pt x="76956" y="7906"/>
                  <a:pt x="76956" y="7673"/>
                </a:cubicBezTo>
                <a:lnTo>
                  <a:pt x="76956" y="4004"/>
                </a:lnTo>
                <a:cubicBezTo>
                  <a:pt x="76956" y="3770"/>
                  <a:pt x="76789" y="3570"/>
                  <a:pt x="76555" y="3570"/>
                </a:cubicBezTo>
                <a:close/>
                <a:moveTo>
                  <a:pt x="434" y="9041"/>
                </a:moveTo>
                <a:cubicBezTo>
                  <a:pt x="201" y="9041"/>
                  <a:pt x="1" y="9207"/>
                  <a:pt x="1" y="9441"/>
                </a:cubicBezTo>
                <a:lnTo>
                  <a:pt x="1" y="13110"/>
                </a:lnTo>
                <a:cubicBezTo>
                  <a:pt x="1" y="13344"/>
                  <a:pt x="201" y="13544"/>
                  <a:pt x="434" y="13544"/>
                </a:cubicBezTo>
                <a:lnTo>
                  <a:pt x="10975" y="13544"/>
                </a:lnTo>
                <a:cubicBezTo>
                  <a:pt x="11209" y="13544"/>
                  <a:pt x="11409" y="13344"/>
                  <a:pt x="11409" y="13110"/>
                </a:cubicBezTo>
                <a:lnTo>
                  <a:pt x="11409" y="9441"/>
                </a:lnTo>
                <a:cubicBezTo>
                  <a:pt x="11409" y="9207"/>
                  <a:pt x="11209" y="9041"/>
                  <a:pt x="10975" y="9041"/>
                </a:cubicBezTo>
                <a:close/>
                <a:moveTo>
                  <a:pt x="13544" y="9041"/>
                </a:moveTo>
                <a:cubicBezTo>
                  <a:pt x="13310" y="9041"/>
                  <a:pt x="13110" y="9207"/>
                  <a:pt x="13110" y="9441"/>
                </a:cubicBezTo>
                <a:lnTo>
                  <a:pt x="13110" y="13110"/>
                </a:lnTo>
                <a:cubicBezTo>
                  <a:pt x="13110" y="13344"/>
                  <a:pt x="13310" y="13544"/>
                  <a:pt x="13544" y="13544"/>
                </a:cubicBezTo>
                <a:lnTo>
                  <a:pt x="17547" y="13544"/>
                </a:lnTo>
                <a:cubicBezTo>
                  <a:pt x="17780" y="13544"/>
                  <a:pt x="17947" y="13344"/>
                  <a:pt x="17947" y="13110"/>
                </a:cubicBezTo>
                <a:lnTo>
                  <a:pt x="17947" y="9441"/>
                </a:lnTo>
                <a:cubicBezTo>
                  <a:pt x="17947" y="9207"/>
                  <a:pt x="17780" y="9041"/>
                  <a:pt x="17547" y="9041"/>
                </a:cubicBezTo>
                <a:close/>
                <a:moveTo>
                  <a:pt x="20082" y="9041"/>
                </a:moveTo>
                <a:cubicBezTo>
                  <a:pt x="19882" y="9041"/>
                  <a:pt x="19681" y="9207"/>
                  <a:pt x="19681" y="9441"/>
                </a:cubicBezTo>
                <a:lnTo>
                  <a:pt x="19681" y="13110"/>
                </a:lnTo>
                <a:cubicBezTo>
                  <a:pt x="19681" y="13344"/>
                  <a:pt x="19882" y="13544"/>
                  <a:pt x="20082" y="13544"/>
                </a:cubicBezTo>
                <a:lnTo>
                  <a:pt x="24085" y="13544"/>
                </a:lnTo>
                <a:cubicBezTo>
                  <a:pt x="24318" y="13544"/>
                  <a:pt x="24518" y="13344"/>
                  <a:pt x="24518" y="13110"/>
                </a:cubicBezTo>
                <a:lnTo>
                  <a:pt x="24518" y="9441"/>
                </a:lnTo>
                <a:cubicBezTo>
                  <a:pt x="24518" y="9207"/>
                  <a:pt x="24318" y="9041"/>
                  <a:pt x="24085" y="9041"/>
                </a:cubicBezTo>
                <a:close/>
                <a:moveTo>
                  <a:pt x="26653" y="9041"/>
                </a:moveTo>
                <a:cubicBezTo>
                  <a:pt x="26420" y="9041"/>
                  <a:pt x="26253" y="9207"/>
                  <a:pt x="26253" y="9441"/>
                </a:cubicBezTo>
                <a:lnTo>
                  <a:pt x="26253" y="13110"/>
                </a:lnTo>
                <a:cubicBezTo>
                  <a:pt x="26253" y="13344"/>
                  <a:pt x="26420" y="13544"/>
                  <a:pt x="26653" y="13544"/>
                </a:cubicBezTo>
                <a:lnTo>
                  <a:pt x="30656" y="13544"/>
                </a:lnTo>
                <a:cubicBezTo>
                  <a:pt x="30889" y="13544"/>
                  <a:pt x="31056" y="13344"/>
                  <a:pt x="31056" y="13110"/>
                </a:cubicBezTo>
                <a:lnTo>
                  <a:pt x="31056" y="9441"/>
                </a:lnTo>
                <a:cubicBezTo>
                  <a:pt x="31056" y="9207"/>
                  <a:pt x="30889" y="9041"/>
                  <a:pt x="30656" y="9041"/>
                </a:cubicBezTo>
                <a:close/>
                <a:moveTo>
                  <a:pt x="33224" y="9041"/>
                </a:moveTo>
                <a:cubicBezTo>
                  <a:pt x="32991" y="9041"/>
                  <a:pt x="32791" y="9207"/>
                  <a:pt x="32791" y="9441"/>
                </a:cubicBezTo>
                <a:lnTo>
                  <a:pt x="32791" y="13110"/>
                </a:lnTo>
                <a:cubicBezTo>
                  <a:pt x="32791" y="13344"/>
                  <a:pt x="32991" y="13544"/>
                  <a:pt x="33224" y="13544"/>
                </a:cubicBezTo>
                <a:lnTo>
                  <a:pt x="37194" y="13544"/>
                </a:lnTo>
                <a:cubicBezTo>
                  <a:pt x="37427" y="13544"/>
                  <a:pt x="37628" y="13344"/>
                  <a:pt x="37628" y="13110"/>
                </a:cubicBezTo>
                <a:lnTo>
                  <a:pt x="37628" y="9441"/>
                </a:lnTo>
                <a:cubicBezTo>
                  <a:pt x="37628" y="9207"/>
                  <a:pt x="37427" y="9041"/>
                  <a:pt x="37194" y="9041"/>
                </a:cubicBezTo>
                <a:close/>
                <a:moveTo>
                  <a:pt x="39762" y="9041"/>
                </a:moveTo>
                <a:cubicBezTo>
                  <a:pt x="39529" y="9041"/>
                  <a:pt x="39329" y="9207"/>
                  <a:pt x="39329" y="9441"/>
                </a:cubicBezTo>
                <a:lnTo>
                  <a:pt x="39329" y="13110"/>
                </a:lnTo>
                <a:cubicBezTo>
                  <a:pt x="39362" y="13344"/>
                  <a:pt x="39529" y="13544"/>
                  <a:pt x="39762" y="13544"/>
                </a:cubicBezTo>
                <a:lnTo>
                  <a:pt x="43765" y="13544"/>
                </a:lnTo>
                <a:cubicBezTo>
                  <a:pt x="43999" y="13544"/>
                  <a:pt x="44166" y="13344"/>
                  <a:pt x="44166" y="13110"/>
                </a:cubicBezTo>
                <a:lnTo>
                  <a:pt x="44166" y="9441"/>
                </a:lnTo>
                <a:cubicBezTo>
                  <a:pt x="44166" y="9207"/>
                  <a:pt x="43999" y="9041"/>
                  <a:pt x="43765" y="9041"/>
                </a:cubicBezTo>
                <a:close/>
                <a:moveTo>
                  <a:pt x="46334" y="9041"/>
                </a:moveTo>
                <a:cubicBezTo>
                  <a:pt x="46100" y="9041"/>
                  <a:pt x="45900" y="9207"/>
                  <a:pt x="45900" y="9441"/>
                </a:cubicBezTo>
                <a:lnTo>
                  <a:pt x="45900" y="13110"/>
                </a:lnTo>
                <a:cubicBezTo>
                  <a:pt x="45900" y="13344"/>
                  <a:pt x="46100" y="13544"/>
                  <a:pt x="46334" y="13544"/>
                </a:cubicBezTo>
                <a:lnTo>
                  <a:pt x="50337" y="13544"/>
                </a:lnTo>
                <a:cubicBezTo>
                  <a:pt x="50537" y="13544"/>
                  <a:pt x="50737" y="13344"/>
                  <a:pt x="50737" y="13110"/>
                </a:cubicBezTo>
                <a:lnTo>
                  <a:pt x="50737" y="9441"/>
                </a:lnTo>
                <a:cubicBezTo>
                  <a:pt x="50737" y="9207"/>
                  <a:pt x="50537" y="9041"/>
                  <a:pt x="50337" y="9041"/>
                </a:cubicBezTo>
                <a:close/>
                <a:moveTo>
                  <a:pt x="52872" y="9041"/>
                </a:moveTo>
                <a:cubicBezTo>
                  <a:pt x="52638" y="9041"/>
                  <a:pt x="52471" y="9207"/>
                  <a:pt x="52471" y="9441"/>
                </a:cubicBezTo>
                <a:lnTo>
                  <a:pt x="52471" y="13110"/>
                </a:lnTo>
                <a:cubicBezTo>
                  <a:pt x="52471" y="13344"/>
                  <a:pt x="52638" y="13544"/>
                  <a:pt x="52872" y="13544"/>
                </a:cubicBezTo>
                <a:lnTo>
                  <a:pt x="56875" y="13544"/>
                </a:lnTo>
                <a:cubicBezTo>
                  <a:pt x="57108" y="13544"/>
                  <a:pt x="57308" y="13344"/>
                  <a:pt x="57308" y="13110"/>
                </a:cubicBezTo>
                <a:lnTo>
                  <a:pt x="57308" y="9441"/>
                </a:lnTo>
                <a:cubicBezTo>
                  <a:pt x="57308" y="9207"/>
                  <a:pt x="57108" y="9041"/>
                  <a:pt x="56875" y="9041"/>
                </a:cubicBezTo>
                <a:close/>
                <a:moveTo>
                  <a:pt x="59443" y="9041"/>
                </a:moveTo>
                <a:cubicBezTo>
                  <a:pt x="59210" y="9041"/>
                  <a:pt x="59009" y="9207"/>
                  <a:pt x="59009" y="9441"/>
                </a:cubicBezTo>
                <a:lnTo>
                  <a:pt x="59009" y="13110"/>
                </a:lnTo>
                <a:cubicBezTo>
                  <a:pt x="59009" y="13344"/>
                  <a:pt x="59210" y="13544"/>
                  <a:pt x="59443" y="13544"/>
                </a:cubicBezTo>
                <a:lnTo>
                  <a:pt x="63446" y="13544"/>
                </a:lnTo>
                <a:cubicBezTo>
                  <a:pt x="63646" y="13544"/>
                  <a:pt x="63846" y="13344"/>
                  <a:pt x="63846" y="13110"/>
                </a:cubicBezTo>
                <a:lnTo>
                  <a:pt x="63846" y="9441"/>
                </a:lnTo>
                <a:cubicBezTo>
                  <a:pt x="63846" y="9207"/>
                  <a:pt x="63646" y="9041"/>
                  <a:pt x="63446" y="9041"/>
                </a:cubicBezTo>
                <a:close/>
                <a:moveTo>
                  <a:pt x="434" y="14978"/>
                </a:moveTo>
                <a:cubicBezTo>
                  <a:pt x="201" y="14978"/>
                  <a:pt x="1" y="15145"/>
                  <a:pt x="1" y="15378"/>
                </a:cubicBezTo>
                <a:lnTo>
                  <a:pt x="1" y="19048"/>
                </a:lnTo>
                <a:cubicBezTo>
                  <a:pt x="1" y="19281"/>
                  <a:pt x="201" y="19481"/>
                  <a:pt x="434" y="19481"/>
                </a:cubicBezTo>
                <a:lnTo>
                  <a:pt x="4437" y="19481"/>
                </a:lnTo>
                <a:cubicBezTo>
                  <a:pt x="4671" y="19481"/>
                  <a:pt x="4837" y="19281"/>
                  <a:pt x="4837" y="19048"/>
                </a:cubicBezTo>
                <a:lnTo>
                  <a:pt x="4837" y="15378"/>
                </a:lnTo>
                <a:cubicBezTo>
                  <a:pt x="4837" y="15145"/>
                  <a:pt x="4671" y="14978"/>
                  <a:pt x="4437" y="14978"/>
                </a:cubicBezTo>
                <a:close/>
                <a:moveTo>
                  <a:pt x="6972" y="14978"/>
                </a:moveTo>
                <a:cubicBezTo>
                  <a:pt x="6739" y="14978"/>
                  <a:pt x="6572" y="15145"/>
                  <a:pt x="6572" y="15378"/>
                </a:cubicBezTo>
                <a:lnTo>
                  <a:pt x="6572" y="19048"/>
                </a:lnTo>
                <a:cubicBezTo>
                  <a:pt x="6572" y="19281"/>
                  <a:pt x="6739" y="19481"/>
                  <a:pt x="6972" y="19481"/>
                </a:cubicBezTo>
                <a:lnTo>
                  <a:pt x="10975" y="19481"/>
                </a:lnTo>
                <a:cubicBezTo>
                  <a:pt x="11209" y="19481"/>
                  <a:pt x="11409" y="19281"/>
                  <a:pt x="11409" y="19048"/>
                </a:cubicBezTo>
                <a:lnTo>
                  <a:pt x="11409" y="15378"/>
                </a:lnTo>
                <a:cubicBezTo>
                  <a:pt x="11409" y="15145"/>
                  <a:pt x="11209" y="14978"/>
                  <a:pt x="10975" y="14978"/>
                </a:cubicBezTo>
                <a:close/>
                <a:moveTo>
                  <a:pt x="13544" y="14978"/>
                </a:moveTo>
                <a:cubicBezTo>
                  <a:pt x="13310" y="14978"/>
                  <a:pt x="13110" y="15145"/>
                  <a:pt x="13110" y="15378"/>
                </a:cubicBezTo>
                <a:lnTo>
                  <a:pt x="13110" y="19048"/>
                </a:lnTo>
                <a:cubicBezTo>
                  <a:pt x="13110" y="19281"/>
                  <a:pt x="13310" y="19481"/>
                  <a:pt x="13544" y="19481"/>
                </a:cubicBezTo>
                <a:lnTo>
                  <a:pt x="17547" y="19481"/>
                </a:lnTo>
                <a:cubicBezTo>
                  <a:pt x="17780" y="19481"/>
                  <a:pt x="17947" y="19281"/>
                  <a:pt x="17947" y="19048"/>
                </a:cubicBezTo>
                <a:lnTo>
                  <a:pt x="17947" y="15378"/>
                </a:lnTo>
                <a:cubicBezTo>
                  <a:pt x="17947" y="15145"/>
                  <a:pt x="17780" y="14978"/>
                  <a:pt x="17547" y="14978"/>
                </a:cubicBezTo>
                <a:close/>
                <a:moveTo>
                  <a:pt x="20082" y="14978"/>
                </a:moveTo>
                <a:cubicBezTo>
                  <a:pt x="19882" y="14978"/>
                  <a:pt x="19681" y="15145"/>
                  <a:pt x="19681" y="15378"/>
                </a:cubicBezTo>
                <a:lnTo>
                  <a:pt x="19681" y="19048"/>
                </a:lnTo>
                <a:cubicBezTo>
                  <a:pt x="19681" y="19281"/>
                  <a:pt x="19882" y="19481"/>
                  <a:pt x="20082" y="19481"/>
                </a:cubicBezTo>
                <a:lnTo>
                  <a:pt x="24085" y="19481"/>
                </a:lnTo>
                <a:cubicBezTo>
                  <a:pt x="24318" y="19481"/>
                  <a:pt x="24518" y="19281"/>
                  <a:pt x="24518" y="19048"/>
                </a:cubicBezTo>
                <a:lnTo>
                  <a:pt x="24518" y="15378"/>
                </a:lnTo>
                <a:cubicBezTo>
                  <a:pt x="24518" y="15145"/>
                  <a:pt x="24318" y="14978"/>
                  <a:pt x="24085" y="14978"/>
                </a:cubicBezTo>
                <a:close/>
                <a:moveTo>
                  <a:pt x="26653" y="14978"/>
                </a:moveTo>
                <a:cubicBezTo>
                  <a:pt x="26420" y="14978"/>
                  <a:pt x="26253" y="15145"/>
                  <a:pt x="26253" y="15378"/>
                </a:cubicBezTo>
                <a:lnTo>
                  <a:pt x="26253" y="19048"/>
                </a:lnTo>
                <a:cubicBezTo>
                  <a:pt x="26253" y="19281"/>
                  <a:pt x="26420" y="19481"/>
                  <a:pt x="26653" y="19481"/>
                </a:cubicBezTo>
                <a:lnTo>
                  <a:pt x="30656" y="19481"/>
                </a:lnTo>
                <a:cubicBezTo>
                  <a:pt x="30889" y="19481"/>
                  <a:pt x="31056" y="19281"/>
                  <a:pt x="31056" y="19048"/>
                </a:cubicBezTo>
                <a:lnTo>
                  <a:pt x="31056" y="15378"/>
                </a:lnTo>
                <a:cubicBezTo>
                  <a:pt x="31056" y="15145"/>
                  <a:pt x="30889" y="14978"/>
                  <a:pt x="30656" y="14978"/>
                </a:cubicBezTo>
                <a:close/>
                <a:moveTo>
                  <a:pt x="33224" y="14978"/>
                </a:moveTo>
                <a:cubicBezTo>
                  <a:pt x="32991" y="14978"/>
                  <a:pt x="32791" y="15145"/>
                  <a:pt x="32791" y="15378"/>
                </a:cubicBezTo>
                <a:lnTo>
                  <a:pt x="32791" y="19048"/>
                </a:lnTo>
                <a:cubicBezTo>
                  <a:pt x="32791" y="19281"/>
                  <a:pt x="32991" y="19481"/>
                  <a:pt x="33224" y="19481"/>
                </a:cubicBezTo>
                <a:lnTo>
                  <a:pt x="37194" y="19481"/>
                </a:lnTo>
                <a:cubicBezTo>
                  <a:pt x="37427" y="19481"/>
                  <a:pt x="37628" y="19281"/>
                  <a:pt x="37628" y="19048"/>
                </a:cubicBezTo>
                <a:lnTo>
                  <a:pt x="37628" y="15378"/>
                </a:lnTo>
                <a:cubicBezTo>
                  <a:pt x="37628" y="15145"/>
                  <a:pt x="37427" y="14978"/>
                  <a:pt x="37194" y="14978"/>
                </a:cubicBezTo>
                <a:close/>
                <a:moveTo>
                  <a:pt x="39762" y="14978"/>
                </a:moveTo>
                <a:cubicBezTo>
                  <a:pt x="39529" y="14978"/>
                  <a:pt x="39329" y="15145"/>
                  <a:pt x="39329" y="15378"/>
                </a:cubicBezTo>
                <a:lnTo>
                  <a:pt x="39329" y="19048"/>
                </a:lnTo>
                <a:cubicBezTo>
                  <a:pt x="39362" y="19281"/>
                  <a:pt x="39529" y="19481"/>
                  <a:pt x="39762" y="19481"/>
                </a:cubicBezTo>
                <a:lnTo>
                  <a:pt x="43765" y="19481"/>
                </a:lnTo>
                <a:cubicBezTo>
                  <a:pt x="43999" y="19481"/>
                  <a:pt x="44166" y="19281"/>
                  <a:pt x="44166" y="19048"/>
                </a:cubicBezTo>
                <a:lnTo>
                  <a:pt x="44166" y="15378"/>
                </a:lnTo>
                <a:cubicBezTo>
                  <a:pt x="44166" y="15145"/>
                  <a:pt x="43999" y="14978"/>
                  <a:pt x="43765" y="14978"/>
                </a:cubicBezTo>
                <a:close/>
                <a:moveTo>
                  <a:pt x="46334" y="14978"/>
                </a:moveTo>
                <a:cubicBezTo>
                  <a:pt x="46100" y="14978"/>
                  <a:pt x="45900" y="15145"/>
                  <a:pt x="45900" y="15378"/>
                </a:cubicBezTo>
                <a:lnTo>
                  <a:pt x="45900" y="19048"/>
                </a:lnTo>
                <a:cubicBezTo>
                  <a:pt x="45900" y="19281"/>
                  <a:pt x="46100" y="19481"/>
                  <a:pt x="46334" y="19481"/>
                </a:cubicBezTo>
                <a:lnTo>
                  <a:pt x="50337" y="19481"/>
                </a:lnTo>
                <a:cubicBezTo>
                  <a:pt x="50537" y="19481"/>
                  <a:pt x="50737" y="19281"/>
                  <a:pt x="50737" y="19048"/>
                </a:cubicBezTo>
                <a:lnTo>
                  <a:pt x="50737" y="15378"/>
                </a:lnTo>
                <a:cubicBezTo>
                  <a:pt x="50737" y="15145"/>
                  <a:pt x="50537" y="14978"/>
                  <a:pt x="50337" y="14978"/>
                </a:cubicBezTo>
                <a:close/>
                <a:moveTo>
                  <a:pt x="52872" y="14978"/>
                </a:moveTo>
                <a:cubicBezTo>
                  <a:pt x="52638" y="14978"/>
                  <a:pt x="52471" y="15145"/>
                  <a:pt x="52471" y="15378"/>
                </a:cubicBezTo>
                <a:lnTo>
                  <a:pt x="52471" y="19048"/>
                </a:lnTo>
                <a:cubicBezTo>
                  <a:pt x="52471" y="19281"/>
                  <a:pt x="52638" y="19481"/>
                  <a:pt x="52872" y="19481"/>
                </a:cubicBezTo>
                <a:lnTo>
                  <a:pt x="56875" y="19481"/>
                </a:lnTo>
                <a:cubicBezTo>
                  <a:pt x="57108" y="19481"/>
                  <a:pt x="57308" y="19281"/>
                  <a:pt x="57308" y="19048"/>
                </a:cubicBezTo>
                <a:lnTo>
                  <a:pt x="57308" y="15378"/>
                </a:lnTo>
                <a:cubicBezTo>
                  <a:pt x="57308" y="15145"/>
                  <a:pt x="57108" y="14978"/>
                  <a:pt x="56875" y="14978"/>
                </a:cubicBezTo>
                <a:close/>
                <a:moveTo>
                  <a:pt x="59443" y="14978"/>
                </a:moveTo>
                <a:cubicBezTo>
                  <a:pt x="59210" y="14978"/>
                  <a:pt x="59009" y="15145"/>
                  <a:pt x="59009" y="15378"/>
                </a:cubicBezTo>
                <a:lnTo>
                  <a:pt x="59009" y="19048"/>
                </a:lnTo>
                <a:cubicBezTo>
                  <a:pt x="59009" y="19281"/>
                  <a:pt x="59210" y="19481"/>
                  <a:pt x="59443" y="19481"/>
                </a:cubicBezTo>
                <a:lnTo>
                  <a:pt x="63446" y="19481"/>
                </a:lnTo>
                <a:cubicBezTo>
                  <a:pt x="63646" y="19481"/>
                  <a:pt x="63846" y="19281"/>
                  <a:pt x="63846" y="19048"/>
                </a:cubicBezTo>
                <a:lnTo>
                  <a:pt x="63846" y="15378"/>
                </a:lnTo>
                <a:cubicBezTo>
                  <a:pt x="63846" y="15145"/>
                  <a:pt x="63646" y="14978"/>
                  <a:pt x="63446" y="14978"/>
                </a:cubicBezTo>
                <a:close/>
                <a:moveTo>
                  <a:pt x="65981" y="14978"/>
                </a:moveTo>
                <a:cubicBezTo>
                  <a:pt x="65748" y="14978"/>
                  <a:pt x="65581" y="15145"/>
                  <a:pt x="65581" y="15378"/>
                </a:cubicBezTo>
                <a:lnTo>
                  <a:pt x="65581" y="19048"/>
                </a:lnTo>
                <a:cubicBezTo>
                  <a:pt x="65581" y="19281"/>
                  <a:pt x="65748" y="19481"/>
                  <a:pt x="65981" y="19481"/>
                </a:cubicBezTo>
                <a:lnTo>
                  <a:pt x="69984" y="19481"/>
                </a:lnTo>
                <a:cubicBezTo>
                  <a:pt x="70217" y="19481"/>
                  <a:pt x="70418" y="19281"/>
                  <a:pt x="70418" y="19048"/>
                </a:cubicBezTo>
                <a:lnTo>
                  <a:pt x="70418" y="15378"/>
                </a:lnTo>
                <a:cubicBezTo>
                  <a:pt x="70418" y="15145"/>
                  <a:pt x="70217" y="14978"/>
                  <a:pt x="69984" y="14978"/>
                </a:cubicBezTo>
                <a:close/>
                <a:moveTo>
                  <a:pt x="65981" y="9041"/>
                </a:moveTo>
                <a:cubicBezTo>
                  <a:pt x="65748" y="9041"/>
                  <a:pt x="65581" y="9207"/>
                  <a:pt x="65581" y="9441"/>
                </a:cubicBezTo>
                <a:lnTo>
                  <a:pt x="65581" y="13110"/>
                </a:lnTo>
                <a:cubicBezTo>
                  <a:pt x="65581" y="13344"/>
                  <a:pt x="65748" y="13544"/>
                  <a:pt x="65981" y="13544"/>
                </a:cubicBezTo>
                <a:lnTo>
                  <a:pt x="71719" y="13544"/>
                </a:lnTo>
                <a:cubicBezTo>
                  <a:pt x="71952" y="13544"/>
                  <a:pt x="72119" y="13744"/>
                  <a:pt x="72119" y="13944"/>
                </a:cubicBezTo>
                <a:lnTo>
                  <a:pt x="72119" y="19048"/>
                </a:lnTo>
                <a:cubicBezTo>
                  <a:pt x="72119" y="19281"/>
                  <a:pt x="72319" y="19481"/>
                  <a:pt x="72552" y="19481"/>
                </a:cubicBezTo>
                <a:lnTo>
                  <a:pt x="76555" y="19481"/>
                </a:lnTo>
                <a:cubicBezTo>
                  <a:pt x="76789" y="19481"/>
                  <a:pt x="76956" y="19281"/>
                  <a:pt x="76956" y="19048"/>
                </a:cubicBezTo>
                <a:lnTo>
                  <a:pt x="76956" y="9441"/>
                </a:lnTo>
                <a:cubicBezTo>
                  <a:pt x="76956" y="9207"/>
                  <a:pt x="76789" y="9041"/>
                  <a:pt x="76555" y="9041"/>
                </a:cubicBezTo>
                <a:close/>
                <a:moveTo>
                  <a:pt x="434" y="20916"/>
                </a:moveTo>
                <a:cubicBezTo>
                  <a:pt x="201" y="20916"/>
                  <a:pt x="1" y="21083"/>
                  <a:pt x="1" y="21316"/>
                </a:cubicBezTo>
                <a:lnTo>
                  <a:pt x="1" y="24985"/>
                </a:lnTo>
                <a:cubicBezTo>
                  <a:pt x="1" y="25219"/>
                  <a:pt x="201" y="25419"/>
                  <a:pt x="434" y="25419"/>
                </a:cubicBezTo>
                <a:lnTo>
                  <a:pt x="4437" y="25419"/>
                </a:lnTo>
                <a:cubicBezTo>
                  <a:pt x="4671" y="25419"/>
                  <a:pt x="4837" y="25219"/>
                  <a:pt x="4837" y="24985"/>
                </a:cubicBezTo>
                <a:lnTo>
                  <a:pt x="4837" y="21316"/>
                </a:lnTo>
                <a:cubicBezTo>
                  <a:pt x="4837" y="21083"/>
                  <a:pt x="4671" y="20916"/>
                  <a:pt x="4437" y="20916"/>
                </a:cubicBezTo>
                <a:close/>
                <a:moveTo>
                  <a:pt x="6972" y="20916"/>
                </a:moveTo>
                <a:cubicBezTo>
                  <a:pt x="6739" y="20916"/>
                  <a:pt x="6572" y="21083"/>
                  <a:pt x="6572" y="21316"/>
                </a:cubicBezTo>
                <a:lnTo>
                  <a:pt x="6572" y="24985"/>
                </a:lnTo>
                <a:cubicBezTo>
                  <a:pt x="6572" y="25219"/>
                  <a:pt x="6739" y="25419"/>
                  <a:pt x="6972" y="25419"/>
                </a:cubicBezTo>
                <a:lnTo>
                  <a:pt x="10975" y="25419"/>
                </a:lnTo>
                <a:cubicBezTo>
                  <a:pt x="11209" y="25419"/>
                  <a:pt x="11409" y="25219"/>
                  <a:pt x="11409" y="24985"/>
                </a:cubicBezTo>
                <a:lnTo>
                  <a:pt x="11409" y="21316"/>
                </a:lnTo>
                <a:cubicBezTo>
                  <a:pt x="11409" y="21083"/>
                  <a:pt x="11209" y="20916"/>
                  <a:pt x="10975" y="20916"/>
                </a:cubicBezTo>
                <a:close/>
                <a:moveTo>
                  <a:pt x="13544" y="20916"/>
                </a:moveTo>
                <a:cubicBezTo>
                  <a:pt x="13310" y="20916"/>
                  <a:pt x="13110" y="21083"/>
                  <a:pt x="13110" y="21316"/>
                </a:cubicBezTo>
                <a:lnTo>
                  <a:pt x="13110" y="24985"/>
                </a:lnTo>
                <a:cubicBezTo>
                  <a:pt x="13110" y="25219"/>
                  <a:pt x="13310" y="25419"/>
                  <a:pt x="13544" y="25419"/>
                </a:cubicBezTo>
                <a:lnTo>
                  <a:pt x="17547" y="25419"/>
                </a:lnTo>
                <a:cubicBezTo>
                  <a:pt x="17780" y="25419"/>
                  <a:pt x="17947" y="25219"/>
                  <a:pt x="17947" y="24985"/>
                </a:cubicBezTo>
                <a:lnTo>
                  <a:pt x="17947" y="21316"/>
                </a:lnTo>
                <a:cubicBezTo>
                  <a:pt x="17947" y="21083"/>
                  <a:pt x="17780" y="20916"/>
                  <a:pt x="17547" y="20916"/>
                </a:cubicBezTo>
                <a:close/>
                <a:moveTo>
                  <a:pt x="20082" y="20916"/>
                </a:moveTo>
                <a:cubicBezTo>
                  <a:pt x="19882" y="20916"/>
                  <a:pt x="19681" y="21083"/>
                  <a:pt x="19681" y="21316"/>
                </a:cubicBezTo>
                <a:lnTo>
                  <a:pt x="19681" y="24985"/>
                </a:lnTo>
                <a:cubicBezTo>
                  <a:pt x="19681" y="25219"/>
                  <a:pt x="19882" y="25419"/>
                  <a:pt x="20082" y="25419"/>
                </a:cubicBezTo>
                <a:lnTo>
                  <a:pt x="24085" y="25419"/>
                </a:lnTo>
                <a:cubicBezTo>
                  <a:pt x="24318" y="25419"/>
                  <a:pt x="24518" y="25219"/>
                  <a:pt x="24518" y="24985"/>
                </a:cubicBezTo>
                <a:lnTo>
                  <a:pt x="24518" y="21316"/>
                </a:lnTo>
                <a:cubicBezTo>
                  <a:pt x="24518" y="21083"/>
                  <a:pt x="24318" y="20916"/>
                  <a:pt x="24085" y="20916"/>
                </a:cubicBezTo>
                <a:close/>
                <a:moveTo>
                  <a:pt x="26653" y="20916"/>
                </a:moveTo>
                <a:cubicBezTo>
                  <a:pt x="26420" y="20916"/>
                  <a:pt x="26253" y="21083"/>
                  <a:pt x="26253" y="21316"/>
                </a:cubicBezTo>
                <a:lnTo>
                  <a:pt x="26253" y="24985"/>
                </a:lnTo>
                <a:cubicBezTo>
                  <a:pt x="26253" y="25219"/>
                  <a:pt x="26420" y="25419"/>
                  <a:pt x="26653" y="25419"/>
                </a:cubicBezTo>
                <a:lnTo>
                  <a:pt x="30656" y="25419"/>
                </a:lnTo>
                <a:cubicBezTo>
                  <a:pt x="30889" y="25419"/>
                  <a:pt x="31056" y="25219"/>
                  <a:pt x="31056" y="24985"/>
                </a:cubicBezTo>
                <a:lnTo>
                  <a:pt x="31056" y="21316"/>
                </a:lnTo>
                <a:cubicBezTo>
                  <a:pt x="31056" y="21083"/>
                  <a:pt x="30889" y="20916"/>
                  <a:pt x="30656" y="20916"/>
                </a:cubicBezTo>
                <a:close/>
                <a:moveTo>
                  <a:pt x="33224" y="20916"/>
                </a:moveTo>
                <a:cubicBezTo>
                  <a:pt x="32991" y="20916"/>
                  <a:pt x="32791" y="21083"/>
                  <a:pt x="32791" y="21316"/>
                </a:cubicBezTo>
                <a:lnTo>
                  <a:pt x="32791" y="24985"/>
                </a:lnTo>
                <a:cubicBezTo>
                  <a:pt x="32791" y="25219"/>
                  <a:pt x="32991" y="25419"/>
                  <a:pt x="33224" y="25419"/>
                </a:cubicBezTo>
                <a:lnTo>
                  <a:pt x="37194" y="25419"/>
                </a:lnTo>
                <a:cubicBezTo>
                  <a:pt x="37427" y="25419"/>
                  <a:pt x="37628" y="25219"/>
                  <a:pt x="37628" y="24985"/>
                </a:cubicBezTo>
                <a:lnTo>
                  <a:pt x="37628" y="21316"/>
                </a:lnTo>
                <a:cubicBezTo>
                  <a:pt x="37628" y="21083"/>
                  <a:pt x="37427" y="20916"/>
                  <a:pt x="37194" y="20916"/>
                </a:cubicBezTo>
                <a:close/>
                <a:moveTo>
                  <a:pt x="39762" y="20916"/>
                </a:moveTo>
                <a:cubicBezTo>
                  <a:pt x="39529" y="20916"/>
                  <a:pt x="39329" y="21083"/>
                  <a:pt x="39329" y="21316"/>
                </a:cubicBezTo>
                <a:lnTo>
                  <a:pt x="39329" y="24985"/>
                </a:lnTo>
                <a:cubicBezTo>
                  <a:pt x="39362" y="25219"/>
                  <a:pt x="39529" y="25419"/>
                  <a:pt x="39762" y="25419"/>
                </a:cubicBezTo>
                <a:lnTo>
                  <a:pt x="43765" y="25419"/>
                </a:lnTo>
                <a:cubicBezTo>
                  <a:pt x="43999" y="25419"/>
                  <a:pt x="44166" y="25219"/>
                  <a:pt x="44166" y="24985"/>
                </a:cubicBezTo>
                <a:lnTo>
                  <a:pt x="44166" y="21316"/>
                </a:lnTo>
                <a:cubicBezTo>
                  <a:pt x="44166" y="21083"/>
                  <a:pt x="43999" y="20916"/>
                  <a:pt x="43765" y="20916"/>
                </a:cubicBezTo>
                <a:close/>
                <a:moveTo>
                  <a:pt x="46334" y="20916"/>
                </a:moveTo>
                <a:cubicBezTo>
                  <a:pt x="46100" y="20916"/>
                  <a:pt x="45900" y="21083"/>
                  <a:pt x="45900" y="21316"/>
                </a:cubicBezTo>
                <a:lnTo>
                  <a:pt x="45900" y="24985"/>
                </a:lnTo>
                <a:cubicBezTo>
                  <a:pt x="45900" y="25219"/>
                  <a:pt x="46100" y="25419"/>
                  <a:pt x="46334" y="25419"/>
                </a:cubicBezTo>
                <a:lnTo>
                  <a:pt x="50337" y="25419"/>
                </a:lnTo>
                <a:cubicBezTo>
                  <a:pt x="50537" y="25419"/>
                  <a:pt x="50737" y="25219"/>
                  <a:pt x="50737" y="24985"/>
                </a:cubicBezTo>
                <a:lnTo>
                  <a:pt x="50737" y="21316"/>
                </a:lnTo>
                <a:cubicBezTo>
                  <a:pt x="50737" y="21083"/>
                  <a:pt x="50537" y="20916"/>
                  <a:pt x="50337" y="20916"/>
                </a:cubicBezTo>
                <a:close/>
                <a:moveTo>
                  <a:pt x="52872" y="20916"/>
                </a:moveTo>
                <a:cubicBezTo>
                  <a:pt x="52638" y="20916"/>
                  <a:pt x="52471" y="21083"/>
                  <a:pt x="52471" y="21316"/>
                </a:cubicBezTo>
                <a:lnTo>
                  <a:pt x="52471" y="24985"/>
                </a:lnTo>
                <a:cubicBezTo>
                  <a:pt x="52471" y="25219"/>
                  <a:pt x="52638" y="25419"/>
                  <a:pt x="52872" y="25419"/>
                </a:cubicBezTo>
                <a:lnTo>
                  <a:pt x="56875" y="25419"/>
                </a:lnTo>
                <a:cubicBezTo>
                  <a:pt x="57108" y="25419"/>
                  <a:pt x="57308" y="25219"/>
                  <a:pt x="57308" y="24985"/>
                </a:cubicBezTo>
                <a:lnTo>
                  <a:pt x="57308" y="21316"/>
                </a:lnTo>
                <a:cubicBezTo>
                  <a:pt x="57308" y="21083"/>
                  <a:pt x="57108" y="20916"/>
                  <a:pt x="56875" y="20916"/>
                </a:cubicBezTo>
                <a:close/>
                <a:moveTo>
                  <a:pt x="59443" y="20916"/>
                </a:moveTo>
                <a:cubicBezTo>
                  <a:pt x="59210" y="20916"/>
                  <a:pt x="59009" y="21083"/>
                  <a:pt x="59009" y="21316"/>
                </a:cubicBezTo>
                <a:lnTo>
                  <a:pt x="59009" y="24985"/>
                </a:lnTo>
                <a:cubicBezTo>
                  <a:pt x="59009" y="25219"/>
                  <a:pt x="59210" y="25419"/>
                  <a:pt x="59443" y="25419"/>
                </a:cubicBezTo>
                <a:lnTo>
                  <a:pt x="63446" y="25419"/>
                </a:lnTo>
                <a:cubicBezTo>
                  <a:pt x="63646" y="25419"/>
                  <a:pt x="63846" y="25219"/>
                  <a:pt x="63846" y="24985"/>
                </a:cubicBezTo>
                <a:lnTo>
                  <a:pt x="63846" y="21316"/>
                </a:lnTo>
                <a:cubicBezTo>
                  <a:pt x="63846" y="21083"/>
                  <a:pt x="63646" y="20916"/>
                  <a:pt x="63446" y="20916"/>
                </a:cubicBezTo>
                <a:close/>
                <a:moveTo>
                  <a:pt x="65981" y="20916"/>
                </a:moveTo>
                <a:cubicBezTo>
                  <a:pt x="65748" y="20916"/>
                  <a:pt x="65581" y="21083"/>
                  <a:pt x="65581" y="21316"/>
                </a:cubicBezTo>
                <a:lnTo>
                  <a:pt x="65581" y="24985"/>
                </a:lnTo>
                <a:cubicBezTo>
                  <a:pt x="65581" y="25219"/>
                  <a:pt x="65748" y="25419"/>
                  <a:pt x="65981" y="25419"/>
                </a:cubicBezTo>
                <a:lnTo>
                  <a:pt x="69984" y="25419"/>
                </a:lnTo>
                <a:cubicBezTo>
                  <a:pt x="70217" y="25419"/>
                  <a:pt x="70418" y="25219"/>
                  <a:pt x="70418" y="24985"/>
                </a:cubicBezTo>
                <a:lnTo>
                  <a:pt x="70418" y="21316"/>
                </a:lnTo>
                <a:cubicBezTo>
                  <a:pt x="70418" y="21083"/>
                  <a:pt x="70217" y="20916"/>
                  <a:pt x="69984" y="20916"/>
                </a:cubicBezTo>
                <a:close/>
                <a:moveTo>
                  <a:pt x="72552" y="20916"/>
                </a:moveTo>
                <a:cubicBezTo>
                  <a:pt x="72319" y="20916"/>
                  <a:pt x="72119" y="21083"/>
                  <a:pt x="72119" y="21316"/>
                </a:cubicBezTo>
                <a:lnTo>
                  <a:pt x="72119" y="24985"/>
                </a:lnTo>
                <a:cubicBezTo>
                  <a:pt x="72119" y="25219"/>
                  <a:pt x="72319" y="25419"/>
                  <a:pt x="72552" y="25419"/>
                </a:cubicBezTo>
                <a:lnTo>
                  <a:pt x="76555" y="25419"/>
                </a:lnTo>
                <a:cubicBezTo>
                  <a:pt x="76789" y="25419"/>
                  <a:pt x="76956" y="25219"/>
                  <a:pt x="76956" y="24985"/>
                </a:cubicBezTo>
                <a:lnTo>
                  <a:pt x="76956" y="21316"/>
                </a:lnTo>
                <a:cubicBezTo>
                  <a:pt x="76956" y="21083"/>
                  <a:pt x="76789" y="20916"/>
                  <a:pt x="76555" y="20916"/>
                </a:cubicBezTo>
                <a:close/>
                <a:moveTo>
                  <a:pt x="434" y="26853"/>
                </a:moveTo>
                <a:cubicBezTo>
                  <a:pt x="201" y="26853"/>
                  <a:pt x="1" y="27020"/>
                  <a:pt x="1" y="27254"/>
                </a:cubicBezTo>
                <a:lnTo>
                  <a:pt x="1" y="30923"/>
                </a:lnTo>
                <a:cubicBezTo>
                  <a:pt x="1" y="31156"/>
                  <a:pt x="201" y="31357"/>
                  <a:pt x="434" y="31357"/>
                </a:cubicBezTo>
                <a:lnTo>
                  <a:pt x="4437" y="31357"/>
                </a:lnTo>
                <a:cubicBezTo>
                  <a:pt x="4671" y="31357"/>
                  <a:pt x="4837" y="31156"/>
                  <a:pt x="4837" y="30923"/>
                </a:cubicBezTo>
                <a:lnTo>
                  <a:pt x="4837" y="27254"/>
                </a:lnTo>
                <a:cubicBezTo>
                  <a:pt x="4837" y="27020"/>
                  <a:pt x="4671" y="26853"/>
                  <a:pt x="4437" y="26853"/>
                </a:cubicBezTo>
                <a:close/>
                <a:moveTo>
                  <a:pt x="6972" y="26853"/>
                </a:moveTo>
                <a:cubicBezTo>
                  <a:pt x="6739" y="26853"/>
                  <a:pt x="6572" y="27020"/>
                  <a:pt x="6572" y="27254"/>
                </a:cubicBezTo>
                <a:lnTo>
                  <a:pt x="6572" y="30923"/>
                </a:lnTo>
                <a:cubicBezTo>
                  <a:pt x="6572" y="31156"/>
                  <a:pt x="6739" y="31357"/>
                  <a:pt x="6972" y="31357"/>
                </a:cubicBezTo>
                <a:lnTo>
                  <a:pt x="10975" y="31357"/>
                </a:lnTo>
                <a:cubicBezTo>
                  <a:pt x="11209" y="31357"/>
                  <a:pt x="11409" y="31156"/>
                  <a:pt x="11409" y="30923"/>
                </a:cubicBezTo>
                <a:lnTo>
                  <a:pt x="11409" y="27254"/>
                </a:lnTo>
                <a:cubicBezTo>
                  <a:pt x="11409" y="27020"/>
                  <a:pt x="11209" y="26853"/>
                  <a:pt x="10975" y="26853"/>
                </a:cubicBezTo>
                <a:close/>
                <a:moveTo>
                  <a:pt x="13544" y="26853"/>
                </a:moveTo>
                <a:cubicBezTo>
                  <a:pt x="13310" y="26853"/>
                  <a:pt x="13110" y="27020"/>
                  <a:pt x="13110" y="27254"/>
                </a:cubicBezTo>
                <a:lnTo>
                  <a:pt x="13110" y="30923"/>
                </a:lnTo>
                <a:cubicBezTo>
                  <a:pt x="13110" y="31156"/>
                  <a:pt x="13310" y="31357"/>
                  <a:pt x="13544" y="31357"/>
                </a:cubicBezTo>
                <a:lnTo>
                  <a:pt x="17547" y="31357"/>
                </a:lnTo>
                <a:cubicBezTo>
                  <a:pt x="17780" y="31357"/>
                  <a:pt x="17947" y="31156"/>
                  <a:pt x="17947" y="30923"/>
                </a:cubicBezTo>
                <a:lnTo>
                  <a:pt x="17947" y="27254"/>
                </a:lnTo>
                <a:cubicBezTo>
                  <a:pt x="17947" y="27020"/>
                  <a:pt x="17780" y="26853"/>
                  <a:pt x="17547" y="26853"/>
                </a:cubicBezTo>
                <a:close/>
                <a:moveTo>
                  <a:pt x="20082" y="26853"/>
                </a:moveTo>
                <a:cubicBezTo>
                  <a:pt x="19882" y="26853"/>
                  <a:pt x="19681" y="27020"/>
                  <a:pt x="19681" y="27254"/>
                </a:cubicBezTo>
                <a:lnTo>
                  <a:pt x="19681" y="30923"/>
                </a:lnTo>
                <a:cubicBezTo>
                  <a:pt x="19681" y="31156"/>
                  <a:pt x="19882" y="31357"/>
                  <a:pt x="20082" y="31357"/>
                </a:cubicBezTo>
                <a:lnTo>
                  <a:pt x="24085" y="31357"/>
                </a:lnTo>
                <a:cubicBezTo>
                  <a:pt x="24318" y="31357"/>
                  <a:pt x="24518" y="31156"/>
                  <a:pt x="24518" y="30923"/>
                </a:cubicBezTo>
                <a:lnTo>
                  <a:pt x="24518" y="27254"/>
                </a:lnTo>
                <a:cubicBezTo>
                  <a:pt x="24518" y="27020"/>
                  <a:pt x="24318" y="26853"/>
                  <a:pt x="24085" y="26853"/>
                </a:cubicBezTo>
                <a:close/>
                <a:moveTo>
                  <a:pt x="26653" y="26853"/>
                </a:moveTo>
                <a:cubicBezTo>
                  <a:pt x="26420" y="26853"/>
                  <a:pt x="26253" y="27020"/>
                  <a:pt x="26253" y="27254"/>
                </a:cubicBezTo>
                <a:lnTo>
                  <a:pt x="26253" y="30923"/>
                </a:lnTo>
                <a:cubicBezTo>
                  <a:pt x="26253" y="31156"/>
                  <a:pt x="26420" y="31357"/>
                  <a:pt x="26653" y="31357"/>
                </a:cubicBezTo>
                <a:lnTo>
                  <a:pt x="56875" y="31357"/>
                </a:lnTo>
                <a:cubicBezTo>
                  <a:pt x="57108" y="31357"/>
                  <a:pt x="57308" y="31156"/>
                  <a:pt x="57308" y="30923"/>
                </a:cubicBezTo>
                <a:lnTo>
                  <a:pt x="57308" y="27254"/>
                </a:lnTo>
                <a:cubicBezTo>
                  <a:pt x="57308" y="27020"/>
                  <a:pt x="57108" y="26853"/>
                  <a:pt x="56875" y="26853"/>
                </a:cubicBezTo>
                <a:close/>
                <a:moveTo>
                  <a:pt x="59443" y="26853"/>
                </a:moveTo>
                <a:cubicBezTo>
                  <a:pt x="59210" y="26853"/>
                  <a:pt x="59009" y="27020"/>
                  <a:pt x="59009" y="27254"/>
                </a:cubicBezTo>
                <a:lnTo>
                  <a:pt x="59009" y="30923"/>
                </a:lnTo>
                <a:cubicBezTo>
                  <a:pt x="59009" y="31156"/>
                  <a:pt x="59210" y="31357"/>
                  <a:pt x="59443" y="31357"/>
                </a:cubicBezTo>
                <a:lnTo>
                  <a:pt x="63446" y="31357"/>
                </a:lnTo>
                <a:cubicBezTo>
                  <a:pt x="63646" y="31357"/>
                  <a:pt x="63846" y="31156"/>
                  <a:pt x="63846" y="30923"/>
                </a:cubicBezTo>
                <a:lnTo>
                  <a:pt x="63846" y="27254"/>
                </a:lnTo>
                <a:cubicBezTo>
                  <a:pt x="63846" y="27020"/>
                  <a:pt x="63646" y="26853"/>
                  <a:pt x="63446" y="26853"/>
                </a:cubicBezTo>
                <a:close/>
                <a:moveTo>
                  <a:pt x="65981" y="26853"/>
                </a:moveTo>
                <a:cubicBezTo>
                  <a:pt x="65748" y="26853"/>
                  <a:pt x="65581" y="27020"/>
                  <a:pt x="65581" y="27254"/>
                </a:cubicBezTo>
                <a:lnTo>
                  <a:pt x="65581" y="30923"/>
                </a:lnTo>
                <a:cubicBezTo>
                  <a:pt x="65581" y="31156"/>
                  <a:pt x="65748" y="31357"/>
                  <a:pt x="65981" y="31357"/>
                </a:cubicBezTo>
                <a:lnTo>
                  <a:pt x="69984" y="31357"/>
                </a:lnTo>
                <a:cubicBezTo>
                  <a:pt x="70217" y="31357"/>
                  <a:pt x="70418" y="31156"/>
                  <a:pt x="70418" y="30923"/>
                </a:cubicBezTo>
                <a:lnTo>
                  <a:pt x="70418" y="27254"/>
                </a:lnTo>
                <a:cubicBezTo>
                  <a:pt x="70418" y="27020"/>
                  <a:pt x="70217" y="26853"/>
                  <a:pt x="69984" y="26853"/>
                </a:cubicBezTo>
                <a:close/>
                <a:moveTo>
                  <a:pt x="72552" y="26853"/>
                </a:moveTo>
                <a:cubicBezTo>
                  <a:pt x="72319" y="26853"/>
                  <a:pt x="72119" y="27020"/>
                  <a:pt x="72119" y="27254"/>
                </a:cubicBezTo>
                <a:lnTo>
                  <a:pt x="72119" y="30923"/>
                </a:lnTo>
                <a:cubicBezTo>
                  <a:pt x="72119" y="31156"/>
                  <a:pt x="72319" y="31357"/>
                  <a:pt x="72552" y="31357"/>
                </a:cubicBezTo>
                <a:lnTo>
                  <a:pt x="76555" y="31357"/>
                </a:lnTo>
                <a:cubicBezTo>
                  <a:pt x="76789" y="31357"/>
                  <a:pt x="76956" y="31156"/>
                  <a:pt x="76956" y="30923"/>
                </a:cubicBezTo>
                <a:lnTo>
                  <a:pt x="76956" y="27254"/>
                </a:lnTo>
                <a:cubicBezTo>
                  <a:pt x="76956" y="27020"/>
                  <a:pt x="76789" y="26853"/>
                  <a:pt x="76555" y="2685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7"/>
          <p:cNvSpPr/>
          <p:nvPr/>
        </p:nvSpPr>
        <p:spPr>
          <a:xfrm>
            <a:off x="6116020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7"/>
          <p:cNvSpPr/>
          <p:nvPr/>
        </p:nvSpPr>
        <p:spPr>
          <a:xfrm>
            <a:off x="6116020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7"/>
          <p:cNvSpPr/>
          <p:nvPr/>
        </p:nvSpPr>
        <p:spPr>
          <a:xfrm>
            <a:off x="6116020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7"/>
          <p:cNvSpPr/>
          <p:nvPr/>
        </p:nvSpPr>
        <p:spPr>
          <a:xfrm>
            <a:off x="6116020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1" y="167"/>
                  <a:pt x="1" y="400"/>
                </a:cubicBezTo>
                <a:lnTo>
                  <a:pt x="1" y="500"/>
                </a:lnTo>
                <a:cubicBezTo>
                  <a:pt x="1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27"/>
          <p:cNvSpPr/>
          <p:nvPr/>
        </p:nvSpPr>
        <p:spPr>
          <a:xfrm>
            <a:off x="7319514" y="351587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0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27"/>
          <p:cNvSpPr/>
          <p:nvPr/>
        </p:nvSpPr>
        <p:spPr>
          <a:xfrm>
            <a:off x="7319514" y="3204513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1"/>
                </a:moveTo>
                <a:cubicBezTo>
                  <a:pt x="200" y="1"/>
                  <a:pt x="0" y="201"/>
                  <a:pt x="0" y="401"/>
                </a:cubicBezTo>
                <a:lnTo>
                  <a:pt x="0" y="501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7"/>
          <p:cNvSpPr/>
          <p:nvPr/>
        </p:nvSpPr>
        <p:spPr>
          <a:xfrm>
            <a:off x="7319514" y="3360207"/>
            <a:ext cx="126826" cy="12271"/>
          </a:xfrm>
          <a:custGeom>
            <a:avLst/>
            <a:gdLst/>
            <a:ahLst/>
            <a:cxnLst/>
            <a:rect l="l" t="t" r="r" b="b"/>
            <a:pathLst>
              <a:path w="4837" h="468" extrusionOk="0">
                <a:moveTo>
                  <a:pt x="434" y="0"/>
                </a:moveTo>
                <a:cubicBezTo>
                  <a:pt x="200" y="0"/>
                  <a:pt x="0" y="167"/>
                  <a:pt x="0" y="400"/>
                </a:cubicBezTo>
                <a:lnTo>
                  <a:pt x="0" y="467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467"/>
                </a:cubicBezTo>
                <a:lnTo>
                  <a:pt x="4837" y="400"/>
                </a:lnTo>
                <a:cubicBezTo>
                  <a:pt x="4837" y="167"/>
                  <a:pt x="4637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7"/>
          <p:cNvSpPr/>
          <p:nvPr/>
        </p:nvSpPr>
        <p:spPr>
          <a:xfrm>
            <a:off x="7835522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8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7"/>
          <p:cNvSpPr/>
          <p:nvPr/>
        </p:nvSpPr>
        <p:spPr>
          <a:xfrm>
            <a:off x="7319514" y="3061064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7"/>
          <p:cNvSpPr/>
          <p:nvPr/>
        </p:nvSpPr>
        <p:spPr>
          <a:xfrm>
            <a:off x="7319514" y="2967485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7"/>
          <p:cNvSpPr/>
          <p:nvPr/>
        </p:nvSpPr>
        <p:spPr>
          <a:xfrm>
            <a:off x="7835522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168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27"/>
          <p:cNvSpPr/>
          <p:nvPr/>
        </p:nvSpPr>
        <p:spPr>
          <a:xfrm>
            <a:off x="7663231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7"/>
          <p:cNvSpPr/>
          <p:nvPr/>
        </p:nvSpPr>
        <p:spPr>
          <a:xfrm>
            <a:off x="7663231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1"/>
                </a:moveTo>
                <a:cubicBezTo>
                  <a:pt x="201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7"/>
          <p:cNvSpPr/>
          <p:nvPr/>
        </p:nvSpPr>
        <p:spPr>
          <a:xfrm>
            <a:off x="7663231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27"/>
          <p:cNvSpPr/>
          <p:nvPr/>
        </p:nvSpPr>
        <p:spPr>
          <a:xfrm>
            <a:off x="7663231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7"/>
          <p:cNvSpPr/>
          <p:nvPr/>
        </p:nvSpPr>
        <p:spPr>
          <a:xfrm>
            <a:off x="7663231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7"/>
          <p:cNvSpPr/>
          <p:nvPr/>
        </p:nvSpPr>
        <p:spPr>
          <a:xfrm>
            <a:off x="7663231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7"/>
          <p:cNvSpPr/>
          <p:nvPr/>
        </p:nvSpPr>
        <p:spPr>
          <a:xfrm>
            <a:off x="8006947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27"/>
          <p:cNvSpPr/>
          <p:nvPr/>
        </p:nvSpPr>
        <p:spPr>
          <a:xfrm>
            <a:off x="7835522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8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27"/>
          <p:cNvSpPr/>
          <p:nvPr/>
        </p:nvSpPr>
        <p:spPr>
          <a:xfrm>
            <a:off x="7491805" y="296748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7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167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27"/>
          <p:cNvSpPr/>
          <p:nvPr/>
        </p:nvSpPr>
        <p:spPr>
          <a:xfrm>
            <a:off x="7835522" y="3204513"/>
            <a:ext cx="298279" cy="13136"/>
          </a:xfrm>
          <a:custGeom>
            <a:avLst/>
            <a:gdLst/>
            <a:ahLst/>
            <a:cxnLst/>
            <a:rect l="l" t="t" r="r" b="b"/>
            <a:pathLst>
              <a:path w="11376" h="501" extrusionOk="0">
                <a:moveTo>
                  <a:pt x="401" y="1"/>
                </a:moveTo>
                <a:cubicBezTo>
                  <a:pt x="168" y="1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10975" y="67"/>
                </a:lnTo>
                <a:cubicBezTo>
                  <a:pt x="11209" y="67"/>
                  <a:pt x="11376" y="267"/>
                  <a:pt x="11376" y="501"/>
                </a:cubicBezTo>
                <a:lnTo>
                  <a:pt x="11376" y="401"/>
                </a:lnTo>
                <a:cubicBezTo>
                  <a:pt x="11376" y="167"/>
                  <a:pt x="11209" y="1"/>
                  <a:pt x="10975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7"/>
          <p:cNvSpPr/>
          <p:nvPr/>
        </p:nvSpPr>
        <p:spPr>
          <a:xfrm>
            <a:off x="7835522" y="3061064"/>
            <a:ext cx="298279" cy="13162"/>
          </a:xfrm>
          <a:custGeom>
            <a:avLst/>
            <a:gdLst/>
            <a:ahLst/>
            <a:cxnLst/>
            <a:rect l="l" t="t" r="r" b="b"/>
            <a:pathLst>
              <a:path w="11376" h="502" extrusionOk="0">
                <a:moveTo>
                  <a:pt x="401" y="1"/>
                </a:moveTo>
                <a:cubicBezTo>
                  <a:pt x="168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10975" y="101"/>
                </a:lnTo>
                <a:cubicBezTo>
                  <a:pt x="11209" y="101"/>
                  <a:pt x="11376" y="268"/>
                  <a:pt x="11376" y="501"/>
                </a:cubicBezTo>
                <a:lnTo>
                  <a:pt x="11376" y="435"/>
                </a:lnTo>
                <a:cubicBezTo>
                  <a:pt x="11376" y="201"/>
                  <a:pt x="11209" y="1"/>
                  <a:pt x="10975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7"/>
          <p:cNvSpPr/>
          <p:nvPr/>
        </p:nvSpPr>
        <p:spPr>
          <a:xfrm>
            <a:off x="8006947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7"/>
          <p:cNvSpPr/>
          <p:nvPr/>
        </p:nvSpPr>
        <p:spPr>
          <a:xfrm>
            <a:off x="7835522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168" y="0"/>
                  <a:pt x="1" y="167"/>
                  <a:pt x="1" y="400"/>
                </a:cubicBezTo>
                <a:lnTo>
                  <a:pt x="1" y="500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500"/>
                </a:cubicBezTo>
                <a:lnTo>
                  <a:pt x="4838" y="400"/>
                </a:lnTo>
                <a:cubicBezTo>
                  <a:pt x="4838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27"/>
          <p:cNvSpPr/>
          <p:nvPr/>
        </p:nvSpPr>
        <p:spPr>
          <a:xfrm>
            <a:off x="8006947" y="3671568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0"/>
                </a:moveTo>
                <a:cubicBezTo>
                  <a:pt x="201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7"/>
          <p:cNvSpPr/>
          <p:nvPr/>
        </p:nvSpPr>
        <p:spPr>
          <a:xfrm>
            <a:off x="7491805" y="3360207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0"/>
                </a:moveTo>
                <a:cubicBezTo>
                  <a:pt x="167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167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7"/>
          <p:cNvSpPr/>
          <p:nvPr/>
        </p:nvSpPr>
        <p:spPr>
          <a:xfrm>
            <a:off x="7491805" y="3515875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7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167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27"/>
          <p:cNvSpPr/>
          <p:nvPr/>
        </p:nvSpPr>
        <p:spPr>
          <a:xfrm>
            <a:off x="7491805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167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167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27"/>
          <p:cNvSpPr/>
          <p:nvPr/>
        </p:nvSpPr>
        <p:spPr>
          <a:xfrm>
            <a:off x="7491805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1"/>
                </a:moveTo>
                <a:cubicBezTo>
                  <a:pt x="167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167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27"/>
          <p:cNvSpPr/>
          <p:nvPr/>
        </p:nvSpPr>
        <p:spPr>
          <a:xfrm>
            <a:off x="8162641" y="2772461"/>
            <a:ext cx="111986" cy="114581"/>
          </a:xfrm>
          <a:custGeom>
            <a:avLst/>
            <a:gdLst/>
            <a:ahLst/>
            <a:cxnLst/>
            <a:rect l="l" t="t" r="r" b="b"/>
            <a:pathLst>
              <a:path w="4271" h="4370" extrusionOk="0">
                <a:moveTo>
                  <a:pt x="2135" y="0"/>
                </a:moveTo>
                <a:cubicBezTo>
                  <a:pt x="968" y="0"/>
                  <a:pt x="0" y="967"/>
                  <a:pt x="0" y="2168"/>
                </a:cubicBezTo>
                <a:cubicBezTo>
                  <a:pt x="0" y="3403"/>
                  <a:pt x="968" y="4370"/>
                  <a:pt x="2135" y="4370"/>
                </a:cubicBezTo>
                <a:cubicBezTo>
                  <a:pt x="3336" y="4370"/>
                  <a:pt x="4270" y="3403"/>
                  <a:pt x="4270" y="2168"/>
                </a:cubicBezTo>
                <a:cubicBezTo>
                  <a:pt x="4270" y="967"/>
                  <a:pt x="3336" y="0"/>
                  <a:pt x="2135" y="0"/>
                </a:cubicBezTo>
                <a:close/>
              </a:path>
            </a:pathLst>
          </a:custGeom>
          <a:solidFill>
            <a:srgbClr val="E0F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7"/>
          <p:cNvSpPr/>
          <p:nvPr/>
        </p:nvSpPr>
        <p:spPr>
          <a:xfrm>
            <a:off x="8162641" y="2772461"/>
            <a:ext cx="111986" cy="111959"/>
          </a:xfrm>
          <a:custGeom>
            <a:avLst/>
            <a:gdLst/>
            <a:ahLst/>
            <a:cxnLst/>
            <a:rect l="l" t="t" r="r" b="b"/>
            <a:pathLst>
              <a:path w="4271" h="4270" extrusionOk="0">
                <a:moveTo>
                  <a:pt x="2135" y="0"/>
                </a:moveTo>
                <a:cubicBezTo>
                  <a:pt x="968" y="0"/>
                  <a:pt x="0" y="934"/>
                  <a:pt x="0" y="2135"/>
                </a:cubicBezTo>
                <a:cubicBezTo>
                  <a:pt x="0" y="3302"/>
                  <a:pt x="968" y="4270"/>
                  <a:pt x="2135" y="4270"/>
                </a:cubicBezTo>
                <a:cubicBezTo>
                  <a:pt x="3336" y="4270"/>
                  <a:pt x="4270" y="3302"/>
                  <a:pt x="4270" y="2135"/>
                </a:cubicBezTo>
                <a:cubicBezTo>
                  <a:pt x="4270" y="934"/>
                  <a:pt x="3336" y="0"/>
                  <a:pt x="2135" y="0"/>
                </a:cubicBezTo>
                <a:close/>
              </a:path>
            </a:pathLst>
          </a:custGeom>
          <a:solidFill>
            <a:srgbClr val="B6BA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7"/>
          <p:cNvSpPr/>
          <p:nvPr/>
        </p:nvSpPr>
        <p:spPr>
          <a:xfrm>
            <a:off x="8173129" y="2782084"/>
            <a:ext cx="91875" cy="92714"/>
          </a:xfrm>
          <a:custGeom>
            <a:avLst/>
            <a:gdLst/>
            <a:ahLst/>
            <a:cxnLst/>
            <a:rect l="l" t="t" r="r" b="b"/>
            <a:pathLst>
              <a:path w="3504" h="3536" extrusionOk="0">
                <a:moveTo>
                  <a:pt x="1735" y="0"/>
                </a:moveTo>
                <a:cubicBezTo>
                  <a:pt x="768" y="0"/>
                  <a:pt x="1" y="801"/>
                  <a:pt x="1" y="1768"/>
                </a:cubicBezTo>
                <a:cubicBezTo>
                  <a:pt x="1" y="2735"/>
                  <a:pt x="768" y="3536"/>
                  <a:pt x="1735" y="3536"/>
                </a:cubicBezTo>
                <a:cubicBezTo>
                  <a:pt x="2703" y="3536"/>
                  <a:pt x="3503" y="2735"/>
                  <a:pt x="3503" y="1768"/>
                </a:cubicBezTo>
                <a:cubicBezTo>
                  <a:pt x="3503" y="801"/>
                  <a:pt x="2703" y="0"/>
                  <a:pt x="1735" y="0"/>
                </a:cubicBezTo>
                <a:close/>
              </a:path>
            </a:pathLst>
          </a:custGeom>
          <a:solidFill>
            <a:srgbClr val="D0D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7"/>
          <p:cNvSpPr/>
          <p:nvPr/>
        </p:nvSpPr>
        <p:spPr>
          <a:xfrm>
            <a:off x="8173129" y="2827549"/>
            <a:ext cx="91875" cy="47248"/>
          </a:xfrm>
          <a:custGeom>
            <a:avLst/>
            <a:gdLst/>
            <a:ahLst/>
            <a:cxnLst/>
            <a:rect l="l" t="t" r="r" b="b"/>
            <a:pathLst>
              <a:path w="3504" h="1802" extrusionOk="0">
                <a:moveTo>
                  <a:pt x="1" y="1"/>
                </a:moveTo>
                <a:cubicBezTo>
                  <a:pt x="1" y="1"/>
                  <a:pt x="1" y="34"/>
                  <a:pt x="1" y="34"/>
                </a:cubicBezTo>
                <a:cubicBezTo>
                  <a:pt x="1" y="1001"/>
                  <a:pt x="768" y="1802"/>
                  <a:pt x="1735" y="1802"/>
                </a:cubicBezTo>
                <a:cubicBezTo>
                  <a:pt x="2703" y="1802"/>
                  <a:pt x="3503" y="1001"/>
                  <a:pt x="3503" y="34"/>
                </a:cubicBezTo>
                <a:cubicBezTo>
                  <a:pt x="3503" y="34"/>
                  <a:pt x="3503" y="34"/>
                  <a:pt x="3503" y="1"/>
                </a:cubicBezTo>
                <a:cubicBezTo>
                  <a:pt x="3503" y="968"/>
                  <a:pt x="2703" y="1735"/>
                  <a:pt x="1735" y="1735"/>
                </a:cubicBezTo>
                <a:cubicBezTo>
                  <a:pt x="768" y="1735"/>
                  <a:pt x="1" y="968"/>
                  <a:pt x="1" y="1"/>
                </a:cubicBezTo>
                <a:close/>
              </a:path>
            </a:pathLst>
          </a:custGeom>
          <a:solidFill>
            <a:srgbClr val="E0F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27"/>
          <p:cNvSpPr/>
          <p:nvPr/>
        </p:nvSpPr>
        <p:spPr>
          <a:xfrm>
            <a:off x="5646147" y="2701671"/>
            <a:ext cx="68916" cy="31575"/>
          </a:xfrm>
          <a:custGeom>
            <a:avLst/>
            <a:gdLst/>
            <a:ahLst/>
            <a:cxnLst/>
            <a:rect l="l" t="t" r="r" b="b"/>
            <a:pathLst>
              <a:path w="2259" h="1035" extrusionOk="0">
                <a:moveTo>
                  <a:pt x="125" y="899"/>
                </a:moveTo>
                <a:lnTo>
                  <a:pt x="125" y="899"/>
                </a:lnTo>
                <a:cubicBezTo>
                  <a:pt x="132" y="943"/>
                  <a:pt x="142" y="989"/>
                  <a:pt x="157" y="1035"/>
                </a:cubicBezTo>
                <a:cubicBezTo>
                  <a:pt x="157" y="1001"/>
                  <a:pt x="157" y="1001"/>
                  <a:pt x="157" y="1001"/>
                </a:cubicBezTo>
                <a:cubicBezTo>
                  <a:pt x="144" y="967"/>
                  <a:pt x="133" y="933"/>
                  <a:pt x="125" y="899"/>
                </a:cubicBezTo>
                <a:close/>
                <a:moveTo>
                  <a:pt x="891" y="1"/>
                </a:moveTo>
                <a:cubicBezTo>
                  <a:pt x="329" y="1"/>
                  <a:pt x="1" y="409"/>
                  <a:pt x="125" y="899"/>
                </a:cubicBezTo>
                <a:lnTo>
                  <a:pt x="125" y="899"/>
                </a:lnTo>
                <a:cubicBezTo>
                  <a:pt x="49" y="429"/>
                  <a:pt x="373" y="67"/>
                  <a:pt x="891" y="67"/>
                </a:cubicBezTo>
                <a:cubicBezTo>
                  <a:pt x="1491" y="67"/>
                  <a:pt x="2091" y="501"/>
                  <a:pt x="2258" y="1035"/>
                </a:cubicBezTo>
                <a:cubicBezTo>
                  <a:pt x="2258" y="1001"/>
                  <a:pt x="2258" y="1001"/>
                  <a:pt x="2258" y="1001"/>
                </a:cubicBezTo>
                <a:cubicBezTo>
                  <a:pt x="2091" y="468"/>
                  <a:pt x="1458" y="1"/>
                  <a:pt x="891" y="1"/>
                </a:cubicBezTo>
                <a:close/>
              </a:path>
            </a:pathLst>
          </a:custGeom>
          <a:solidFill>
            <a:srgbClr val="FFFF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7"/>
          <p:cNvSpPr/>
          <p:nvPr/>
        </p:nvSpPr>
        <p:spPr>
          <a:xfrm>
            <a:off x="5764205" y="2701671"/>
            <a:ext cx="68886" cy="31575"/>
          </a:xfrm>
          <a:custGeom>
            <a:avLst/>
            <a:gdLst/>
            <a:ahLst/>
            <a:cxnLst/>
            <a:rect l="l" t="t" r="r" b="b"/>
            <a:pathLst>
              <a:path w="2258" h="1035" extrusionOk="0">
                <a:moveTo>
                  <a:pt x="124" y="899"/>
                </a:moveTo>
                <a:cubicBezTo>
                  <a:pt x="131" y="943"/>
                  <a:pt x="142" y="989"/>
                  <a:pt x="156" y="1035"/>
                </a:cubicBezTo>
                <a:cubicBezTo>
                  <a:pt x="156" y="1001"/>
                  <a:pt x="156" y="1001"/>
                  <a:pt x="156" y="1001"/>
                </a:cubicBezTo>
                <a:cubicBezTo>
                  <a:pt x="143" y="967"/>
                  <a:pt x="133" y="933"/>
                  <a:pt x="124" y="899"/>
                </a:cubicBezTo>
                <a:close/>
                <a:moveTo>
                  <a:pt x="890" y="1"/>
                </a:moveTo>
                <a:cubicBezTo>
                  <a:pt x="328" y="1"/>
                  <a:pt x="0" y="409"/>
                  <a:pt x="124" y="899"/>
                </a:cubicBezTo>
                <a:lnTo>
                  <a:pt x="124" y="899"/>
                </a:lnTo>
                <a:cubicBezTo>
                  <a:pt x="49" y="429"/>
                  <a:pt x="372" y="67"/>
                  <a:pt x="890" y="67"/>
                </a:cubicBezTo>
                <a:cubicBezTo>
                  <a:pt x="1490" y="67"/>
                  <a:pt x="2091" y="501"/>
                  <a:pt x="2258" y="1035"/>
                </a:cubicBezTo>
                <a:cubicBezTo>
                  <a:pt x="2258" y="1001"/>
                  <a:pt x="2258" y="1001"/>
                  <a:pt x="2258" y="1001"/>
                </a:cubicBezTo>
                <a:cubicBezTo>
                  <a:pt x="2091" y="468"/>
                  <a:pt x="1457" y="1"/>
                  <a:pt x="890" y="1"/>
                </a:cubicBezTo>
                <a:close/>
              </a:path>
            </a:pathLst>
          </a:custGeom>
          <a:solidFill>
            <a:srgbClr val="FF52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27"/>
          <p:cNvSpPr/>
          <p:nvPr/>
        </p:nvSpPr>
        <p:spPr>
          <a:xfrm>
            <a:off x="5882232" y="2701671"/>
            <a:ext cx="68916" cy="31575"/>
          </a:xfrm>
          <a:custGeom>
            <a:avLst/>
            <a:gdLst/>
            <a:ahLst/>
            <a:cxnLst/>
            <a:rect l="l" t="t" r="r" b="b"/>
            <a:pathLst>
              <a:path w="2259" h="1035" extrusionOk="0">
                <a:moveTo>
                  <a:pt x="124" y="899"/>
                </a:moveTo>
                <a:cubicBezTo>
                  <a:pt x="131" y="943"/>
                  <a:pt x="142" y="989"/>
                  <a:pt x="157" y="1035"/>
                </a:cubicBezTo>
                <a:cubicBezTo>
                  <a:pt x="157" y="1001"/>
                  <a:pt x="157" y="1001"/>
                  <a:pt x="157" y="1001"/>
                </a:cubicBezTo>
                <a:cubicBezTo>
                  <a:pt x="144" y="967"/>
                  <a:pt x="133" y="933"/>
                  <a:pt x="124" y="899"/>
                </a:cubicBezTo>
                <a:close/>
                <a:moveTo>
                  <a:pt x="890" y="1"/>
                </a:moveTo>
                <a:cubicBezTo>
                  <a:pt x="329" y="1"/>
                  <a:pt x="1" y="409"/>
                  <a:pt x="124" y="899"/>
                </a:cubicBezTo>
                <a:lnTo>
                  <a:pt x="124" y="899"/>
                </a:lnTo>
                <a:cubicBezTo>
                  <a:pt x="49" y="429"/>
                  <a:pt x="372" y="67"/>
                  <a:pt x="890" y="67"/>
                </a:cubicBezTo>
                <a:cubicBezTo>
                  <a:pt x="1491" y="67"/>
                  <a:pt x="2091" y="501"/>
                  <a:pt x="2258" y="1035"/>
                </a:cubicBezTo>
                <a:cubicBezTo>
                  <a:pt x="2258" y="1001"/>
                  <a:pt x="2258" y="1001"/>
                  <a:pt x="2258" y="1001"/>
                </a:cubicBezTo>
                <a:cubicBezTo>
                  <a:pt x="2091" y="468"/>
                  <a:pt x="1491" y="1"/>
                  <a:pt x="890" y="1"/>
                </a:cubicBezTo>
                <a:close/>
              </a:path>
            </a:pathLst>
          </a:custGeom>
          <a:solidFill>
            <a:srgbClr val="45FF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27"/>
          <p:cNvSpPr/>
          <p:nvPr/>
        </p:nvSpPr>
        <p:spPr>
          <a:xfrm>
            <a:off x="7158576" y="2327273"/>
            <a:ext cx="26" cy="52492"/>
          </a:xfrm>
          <a:custGeom>
            <a:avLst/>
            <a:gdLst/>
            <a:ahLst/>
            <a:cxnLst/>
            <a:rect l="l" t="t" r="r" b="b"/>
            <a:pathLst>
              <a:path w="1" h="2002" extrusionOk="0">
                <a:moveTo>
                  <a:pt x="0" y="2002"/>
                </a:moveTo>
                <a:lnTo>
                  <a:pt x="0" y="0"/>
                </a:lnTo>
              </a:path>
            </a:pathLst>
          </a:custGeom>
          <a:solidFill>
            <a:srgbClr val="1FFF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7"/>
          <p:cNvSpPr/>
          <p:nvPr/>
        </p:nvSpPr>
        <p:spPr>
          <a:xfrm>
            <a:off x="7807545" y="2334545"/>
            <a:ext cx="107607" cy="32408"/>
          </a:xfrm>
          <a:custGeom>
            <a:avLst/>
            <a:gdLst/>
            <a:ahLst/>
            <a:cxnLst/>
            <a:rect l="l" t="t" r="r" b="b"/>
            <a:pathLst>
              <a:path w="4104" h="1236" extrusionOk="0">
                <a:moveTo>
                  <a:pt x="634" y="1"/>
                </a:moveTo>
                <a:cubicBezTo>
                  <a:pt x="301" y="1"/>
                  <a:pt x="0" y="268"/>
                  <a:pt x="0" y="601"/>
                </a:cubicBezTo>
                <a:cubicBezTo>
                  <a:pt x="0" y="968"/>
                  <a:pt x="301" y="1235"/>
                  <a:pt x="634" y="1235"/>
                </a:cubicBezTo>
                <a:lnTo>
                  <a:pt x="3470" y="1235"/>
                </a:lnTo>
                <a:cubicBezTo>
                  <a:pt x="3803" y="1235"/>
                  <a:pt x="4103" y="968"/>
                  <a:pt x="4103" y="601"/>
                </a:cubicBezTo>
                <a:cubicBezTo>
                  <a:pt x="4103" y="268"/>
                  <a:pt x="3803" y="1"/>
                  <a:pt x="3470" y="1"/>
                </a:cubicBezTo>
                <a:close/>
              </a:path>
            </a:pathLst>
          </a:custGeom>
          <a:solidFill>
            <a:srgbClr val="FF3E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7"/>
          <p:cNvSpPr/>
          <p:nvPr/>
        </p:nvSpPr>
        <p:spPr>
          <a:xfrm>
            <a:off x="7935236" y="2334545"/>
            <a:ext cx="107607" cy="32408"/>
          </a:xfrm>
          <a:custGeom>
            <a:avLst/>
            <a:gdLst/>
            <a:ahLst/>
            <a:cxnLst/>
            <a:rect l="l" t="t" r="r" b="b"/>
            <a:pathLst>
              <a:path w="4104" h="1236" extrusionOk="0">
                <a:moveTo>
                  <a:pt x="634" y="1"/>
                </a:moveTo>
                <a:cubicBezTo>
                  <a:pt x="301" y="1"/>
                  <a:pt x="1" y="268"/>
                  <a:pt x="1" y="601"/>
                </a:cubicBezTo>
                <a:cubicBezTo>
                  <a:pt x="1" y="968"/>
                  <a:pt x="301" y="1235"/>
                  <a:pt x="634" y="1235"/>
                </a:cubicBezTo>
                <a:lnTo>
                  <a:pt x="3470" y="1235"/>
                </a:lnTo>
                <a:cubicBezTo>
                  <a:pt x="3803" y="1235"/>
                  <a:pt x="4103" y="968"/>
                  <a:pt x="4103" y="601"/>
                </a:cubicBezTo>
                <a:cubicBezTo>
                  <a:pt x="4103" y="268"/>
                  <a:pt x="3803" y="1"/>
                  <a:pt x="3470" y="1"/>
                </a:cubicBezTo>
                <a:close/>
              </a:path>
            </a:pathLst>
          </a:custGeom>
          <a:solidFill>
            <a:srgbClr val="FF3E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7"/>
          <p:cNvSpPr/>
          <p:nvPr/>
        </p:nvSpPr>
        <p:spPr>
          <a:xfrm>
            <a:off x="7646607" y="2523460"/>
            <a:ext cx="697111" cy="32408"/>
          </a:xfrm>
          <a:custGeom>
            <a:avLst/>
            <a:gdLst/>
            <a:ahLst/>
            <a:cxnLst/>
            <a:rect l="l" t="t" r="r" b="b"/>
            <a:pathLst>
              <a:path w="26587" h="1236" extrusionOk="0">
                <a:moveTo>
                  <a:pt x="634" y="1"/>
                </a:moveTo>
                <a:cubicBezTo>
                  <a:pt x="301" y="1"/>
                  <a:pt x="1" y="268"/>
                  <a:pt x="1" y="601"/>
                </a:cubicBezTo>
                <a:cubicBezTo>
                  <a:pt x="1" y="968"/>
                  <a:pt x="301" y="1235"/>
                  <a:pt x="634" y="1235"/>
                </a:cubicBezTo>
                <a:lnTo>
                  <a:pt x="25953" y="1235"/>
                </a:lnTo>
                <a:cubicBezTo>
                  <a:pt x="26286" y="1235"/>
                  <a:pt x="26586" y="968"/>
                  <a:pt x="26586" y="601"/>
                </a:cubicBezTo>
                <a:cubicBezTo>
                  <a:pt x="26586" y="268"/>
                  <a:pt x="26286" y="1"/>
                  <a:pt x="25953" y="1"/>
                </a:cubicBezTo>
                <a:close/>
              </a:path>
            </a:pathLst>
          </a:custGeom>
          <a:solidFill>
            <a:srgbClr val="FFC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7"/>
          <p:cNvSpPr/>
          <p:nvPr/>
        </p:nvSpPr>
        <p:spPr>
          <a:xfrm>
            <a:off x="8170507" y="2589954"/>
            <a:ext cx="136475" cy="33247"/>
          </a:xfrm>
          <a:custGeom>
            <a:avLst/>
            <a:gdLst/>
            <a:ahLst/>
            <a:cxnLst/>
            <a:rect l="l" t="t" r="r" b="b"/>
            <a:pathLst>
              <a:path w="5205" h="1268" extrusionOk="0">
                <a:moveTo>
                  <a:pt x="634" y="0"/>
                </a:moveTo>
                <a:cubicBezTo>
                  <a:pt x="267" y="0"/>
                  <a:pt x="1" y="300"/>
                  <a:pt x="1" y="634"/>
                </a:cubicBezTo>
                <a:cubicBezTo>
                  <a:pt x="1" y="1001"/>
                  <a:pt x="267" y="1268"/>
                  <a:pt x="634" y="1268"/>
                </a:cubicBezTo>
                <a:lnTo>
                  <a:pt x="4571" y="1268"/>
                </a:lnTo>
                <a:cubicBezTo>
                  <a:pt x="4937" y="1268"/>
                  <a:pt x="5204" y="1001"/>
                  <a:pt x="5204" y="634"/>
                </a:cubicBezTo>
                <a:cubicBezTo>
                  <a:pt x="5204" y="300"/>
                  <a:pt x="4937" y="0"/>
                  <a:pt x="4571" y="0"/>
                </a:cubicBezTo>
                <a:close/>
              </a:path>
            </a:pathLst>
          </a:custGeom>
          <a:solidFill>
            <a:srgbClr val="FFC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7"/>
          <p:cNvSpPr/>
          <p:nvPr/>
        </p:nvSpPr>
        <p:spPr>
          <a:xfrm>
            <a:off x="8027084" y="2589954"/>
            <a:ext cx="123339" cy="33247"/>
          </a:xfrm>
          <a:custGeom>
            <a:avLst/>
            <a:gdLst/>
            <a:ahLst/>
            <a:cxnLst/>
            <a:rect l="l" t="t" r="r" b="b"/>
            <a:pathLst>
              <a:path w="4704" h="1268" extrusionOk="0">
                <a:moveTo>
                  <a:pt x="634" y="0"/>
                </a:moveTo>
                <a:cubicBezTo>
                  <a:pt x="300" y="0"/>
                  <a:pt x="0" y="300"/>
                  <a:pt x="0" y="634"/>
                </a:cubicBezTo>
                <a:cubicBezTo>
                  <a:pt x="0" y="1001"/>
                  <a:pt x="300" y="1268"/>
                  <a:pt x="634" y="1268"/>
                </a:cubicBezTo>
                <a:lnTo>
                  <a:pt x="4070" y="1268"/>
                </a:lnTo>
                <a:cubicBezTo>
                  <a:pt x="4437" y="1268"/>
                  <a:pt x="4703" y="1001"/>
                  <a:pt x="4703" y="634"/>
                </a:cubicBezTo>
                <a:cubicBezTo>
                  <a:pt x="4703" y="300"/>
                  <a:pt x="4403" y="0"/>
                  <a:pt x="4070" y="0"/>
                </a:cubicBezTo>
                <a:close/>
              </a:path>
            </a:pathLst>
          </a:custGeom>
          <a:solidFill>
            <a:srgbClr val="FFC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27"/>
          <p:cNvSpPr/>
          <p:nvPr/>
        </p:nvSpPr>
        <p:spPr>
          <a:xfrm>
            <a:off x="7916882" y="2122898"/>
            <a:ext cx="649863" cy="545796"/>
          </a:xfrm>
          <a:custGeom>
            <a:avLst/>
            <a:gdLst/>
            <a:ahLst/>
            <a:cxnLst/>
            <a:rect l="l" t="t" r="r" b="b"/>
            <a:pathLst>
              <a:path w="24785" h="20816" extrusionOk="0">
                <a:moveTo>
                  <a:pt x="20815" y="0"/>
                </a:moveTo>
                <a:lnTo>
                  <a:pt x="0" y="20815"/>
                </a:lnTo>
                <a:lnTo>
                  <a:pt x="4303" y="20815"/>
                </a:lnTo>
                <a:lnTo>
                  <a:pt x="24584" y="534"/>
                </a:lnTo>
                <a:lnTo>
                  <a:pt x="24784" y="0"/>
                </a:lnTo>
                <a:close/>
              </a:path>
            </a:pathLst>
          </a:custGeom>
          <a:solidFill>
            <a:srgbClr val="E1F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7"/>
          <p:cNvSpPr/>
          <p:nvPr/>
        </p:nvSpPr>
        <p:spPr>
          <a:xfrm>
            <a:off x="4992525" y="1047062"/>
            <a:ext cx="2624530" cy="1703569"/>
          </a:xfrm>
          <a:custGeom>
            <a:avLst/>
            <a:gdLst/>
            <a:ahLst/>
            <a:cxnLst/>
            <a:rect l="l" t="t" r="r" b="b"/>
            <a:pathLst>
              <a:path w="86029" h="55841" extrusionOk="0">
                <a:moveTo>
                  <a:pt x="2102" y="1"/>
                </a:moveTo>
                <a:cubicBezTo>
                  <a:pt x="935" y="1"/>
                  <a:pt x="1" y="935"/>
                  <a:pt x="1" y="2102"/>
                </a:cubicBezTo>
                <a:lnTo>
                  <a:pt x="1" y="53739"/>
                </a:lnTo>
                <a:cubicBezTo>
                  <a:pt x="1" y="54907"/>
                  <a:pt x="935" y="55841"/>
                  <a:pt x="2102" y="55841"/>
                </a:cubicBezTo>
                <a:lnTo>
                  <a:pt x="83894" y="55841"/>
                </a:lnTo>
                <a:cubicBezTo>
                  <a:pt x="85062" y="55841"/>
                  <a:pt x="86029" y="54907"/>
                  <a:pt x="86029" y="53739"/>
                </a:cubicBezTo>
                <a:lnTo>
                  <a:pt x="86029" y="2102"/>
                </a:lnTo>
                <a:cubicBezTo>
                  <a:pt x="86029" y="935"/>
                  <a:pt x="85062" y="1"/>
                  <a:pt x="83894" y="1"/>
                </a:cubicBezTo>
                <a:close/>
              </a:path>
            </a:pathLst>
          </a:custGeom>
          <a:solidFill>
            <a:srgbClr val="B8B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7"/>
          <p:cNvSpPr/>
          <p:nvPr/>
        </p:nvSpPr>
        <p:spPr>
          <a:xfrm>
            <a:off x="4992525" y="1047062"/>
            <a:ext cx="2624530" cy="274812"/>
          </a:xfrm>
          <a:custGeom>
            <a:avLst/>
            <a:gdLst/>
            <a:ahLst/>
            <a:cxnLst/>
            <a:rect l="l" t="t" r="r" b="b"/>
            <a:pathLst>
              <a:path w="86029" h="9008" extrusionOk="0">
                <a:moveTo>
                  <a:pt x="2436" y="1"/>
                </a:moveTo>
                <a:cubicBezTo>
                  <a:pt x="1102" y="1"/>
                  <a:pt x="1" y="1068"/>
                  <a:pt x="1" y="2436"/>
                </a:cubicBezTo>
                <a:lnTo>
                  <a:pt x="1" y="9007"/>
                </a:lnTo>
                <a:lnTo>
                  <a:pt x="86029" y="9007"/>
                </a:lnTo>
                <a:lnTo>
                  <a:pt x="86029" y="2436"/>
                </a:lnTo>
                <a:cubicBezTo>
                  <a:pt x="86029" y="1102"/>
                  <a:pt x="84928" y="1"/>
                  <a:pt x="8359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7"/>
          <p:cNvSpPr/>
          <p:nvPr/>
        </p:nvSpPr>
        <p:spPr>
          <a:xfrm>
            <a:off x="5098380" y="1404255"/>
            <a:ext cx="2417933" cy="1256817"/>
          </a:xfrm>
          <a:custGeom>
            <a:avLst/>
            <a:gdLst/>
            <a:ahLst/>
            <a:cxnLst/>
            <a:rect l="l" t="t" r="r" b="b"/>
            <a:pathLst>
              <a:path w="79257" h="41197" extrusionOk="0">
                <a:moveTo>
                  <a:pt x="77522" y="41196"/>
                </a:moveTo>
                <a:lnTo>
                  <a:pt x="1735" y="41196"/>
                </a:lnTo>
                <a:cubicBezTo>
                  <a:pt x="767" y="41196"/>
                  <a:pt x="0" y="40429"/>
                  <a:pt x="0" y="39462"/>
                </a:cubicBezTo>
                <a:lnTo>
                  <a:pt x="0" y="1735"/>
                </a:lnTo>
                <a:cubicBezTo>
                  <a:pt x="0" y="768"/>
                  <a:pt x="767" y="0"/>
                  <a:pt x="1735" y="0"/>
                </a:cubicBezTo>
                <a:lnTo>
                  <a:pt x="77522" y="0"/>
                </a:lnTo>
                <a:cubicBezTo>
                  <a:pt x="78489" y="0"/>
                  <a:pt x="79257" y="768"/>
                  <a:pt x="79257" y="1735"/>
                </a:cubicBezTo>
                <a:lnTo>
                  <a:pt x="79257" y="39462"/>
                </a:lnTo>
                <a:cubicBezTo>
                  <a:pt x="79257" y="40429"/>
                  <a:pt x="78489" y="41196"/>
                  <a:pt x="77522" y="41196"/>
                </a:cubicBezTo>
                <a:close/>
              </a:path>
            </a:pathLst>
          </a:custGeom>
          <a:solidFill>
            <a:srgbClr val="2408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27"/>
          <p:cNvSpPr/>
          <p:nvPr/>
        </p:nvSpPr>
        <p:spPr>
          <a:xfrm>
            <a:off x="5168574" y="1477530"/>
            <a:ext cx="57019" cy="116020"/>
          </a:xfrm>
          <a:custGeom>
            <a:avLst/>
            <a:gdLst/>
            <a:ahLst/>
            <a:cxnLst/>
            <a:rect l="l" t="t" r="r" b="b"/>
            <a:pathLst>
              <a:path w="1869" h="3803" fill="none" extrusionOk="0">
                <a:moveTo>
                  <a:pt x="1869" y="0"/>
                </a:moveTo>
                <a:lnTo>
                  <a:pt x="1" y="1901"/>
                </a:lnTo>
                <a:lnTo>
                  <a:pt x="1869" y="3803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27"/>
          <p:cNvSpPr/>
          <p:nvPr/>
        </p:nvSpPr>
        <p:spPr>
          <a:xfrm>
            <a:off x="5371072" y="1477530"/>
            <a:ext cx="58056" cy="116020"/>
          </a:xfrm>
          <a:custGeom>
            <a:avLst/>
            <a:gdLst/>
            <a:ahLst/>
            <a:cxnLst/>
            <a:rect l="l" t="t" r="r" b="b"/>
            <a:pathLst>
              <a:path w="1903" h="3803" fill="none" extrusionOk="0">
                <a:moveTo>
                  <a:pt x="1" y="0"/>
                </a:moveTo>
                <a:lnTo>
                  <a:pt x="1902" y="1901"/>
                </a:lnTo>
                <a:lnTo>
                  <a:pt x="1" y="3803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27"/>
          <p:cNvSpPr/>
          <p:nvPr/>
        </p:nvSpPr>
        <p:spPr>
          <a:xfrm>
            <a:off x="5274399" y="1477530"/>
            <a:ext cx="45822" cy="126210"/>
          </a:xfrm>
          <a:custGeom>
            <a:avLst/>
            <a:gdLst/>
            <a:ahLst/>
            <a:cxnLst/>
            <a:rect l="l" t="t" r="r" b="b"/>
            <a:pathLst>
              <a:path w="1502" h="4137" fill="none" extrusionOk="0">
                <a:moveTo>
                  <a:pt x="1" y="4136"/>
                </a:moveTo>
                <a:lnTo>
                  <a:pt x="1502" y="0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27"/>
          <p:cNvSpPr/>
          <p:nvPr/>
        </p:nvSpPr>
        <p:spPr>
          <a:xfrm>
            <a:off x="5473847" y="1588419"/>
            <a:ext cx="32613" cy="32613"/>
          </a:xfrm>
          <a:custGeom>
            <a:avLst/>
            <a:gdLst/>
            <a:ahLst/>
            <a:cxnLst/>
            <a:rect l="l" t="t" r="r" b="b"/>
            <a:pathLst>
              <a:path w="1069" h="1069" extrusionOk="0">
                <a:moveTo>
                  <a:pt x="535" y="1"/>
                </a:moveTo>
                <a:cubicBezTo>
                  <a:pt x="234" y="1"/>
                  <a:pt x="1" y="234"/>
                  <a:pt x="1" y="535"/>
                </a:cubicBezTo>
                <a:cubicBezTo>
                  <a:pt x="1" y="802"/>
                  <a:pt x="234" y="1068"/>
                  <a:pt x="535" y="1068"/>
                </a:cubicBezTo>
                <a:cubicBezTo>
                  <a:pt x="835" y="1068"/>
                  <a:pt x="1068" y="802"/>
                  <a:pt x="1068" y="535"/>
                </a:cubicBezTo>
                <a:cubicBezTo>
                  <a:pt x="1068" y="234"/>
                  <a:pt x="835" y="1"/>
                  <a:pt x="535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27"/>
          <p:cNvSpPr/>
          <p:nvPr/>
        </p:nvSpPr>
        <p:spPr>
          <a:xfrm>
            <a:off x="5521684" y="1588419"/>
            <a:ext cx="32582" cy="32613"/>
          </a:xfrm>
          <a:custGeom>
            <a:avLst/>
            <a:gdLst/>
            <a:ahLst/>
            <a:cxnLst/>
            <a:rect l="l" t="t" r="r" b="b"/>
            <a:pathLst>
              <a:path w="1068" h="1069" extrusionOk="0">
                <a:moveTo>
                  <a:pt x="534" y="1"/>
                </a:moveTo>
                <a:cubicBezTo>
                  <a:pt x="267" y="1"/>
                  <a:pt x="0" y="234"/>
                  <a:pt x="0" y="535"/>
                </a:cubicBezTo>
                <a:cubicBezTo>
                  <a:pt x="0" y="802"/>
                  <a:pt x="267" y="1068"/>
                  <a:pt x="534" y="1068"/>
                </a:cubicBezTo>
                <a:cubicBezTo>
                  <a:pt x="834" y="1068"/>
                  <a:pt x="1068" y="802"/>
                  <a:pt x="1068" y="535"/>
                </a:cubicBezTo>
                <a:cubicBezTo>
                  <a:pt x="1068" y="234"/>
                  <a:pt x="834" y="1"/>
                  <a:pt x="534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7"/>
          <p:cNvSpPr/>
          <p:nvPr/>
        </p:nvSpPr>
        <p:spPr>
          <a:xfrm>
            <a:off x="5589864" y="1588419"/>
            <a:ext cx="32582" cy="32613"/>
          </a:xfrm>
          <a:custGeom>
            <a:avLst/>
            <a:gdLst/>
            <a:ahLst/>
            <a:cxnLst/>
            <a:rect l="l" t="t" r="r" b="b"/>
            <a:pathLst>
              <a:path w="1068" h="1069" extrusionOk="0">
                <a:moveTo>
                  <a:pt x="534" y="1"/>
                </a:moveTo>
                <a:cubicBezTo>
                  <a:pt x="234" y="1"/>
                  <a:pt x="0" y="234"/>
                  <a:pt x="0" y="535"/>
                </a:cubicBezTo>
                <a:cubicBezTo>
                  <a:pt x="0" y="802"/>
                  <a:pt x="234" y="1068"/>
                  <a:pt x="534" y="1068"/>
                </a:cubicBezTo>
                <a:cubicBezTo>
                  <a:pt x="834" y="1068"/>
                  <a:pt x="1068" y="802"/>
                  <a:pt x="1068" y="535"/>
                </a:cubicBezTo>
                <a:cubicBezTo>
                  <a:pt x="1068" y="234"/>
                  <a:pt x="834" y="1"/>
                  <a:pt x="534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27"/>
          <p:cNvSpPr/>
          <p:nvPr/>
        </p:nvSpPr>
        <p:spPr>
          <a:xfrm>
            <a:off x="5197067" y="1721730"/>
            <a:ext cx="1737158" cy="31"/>
          </a:xfrm>
          <a:custGeom>
            <a:avLst/>
            <a:gdLst/>
            <a:ahLst/>
            <a:cxnLst/>
            <a:rect l="l" t="t" r="r" b="b"/>
            <a:pathLst>
              <a:path w="56942" h="1" fill="none" extrusionOk="0">
                <a:moveTo>
                  <a:pt x="1" y="1"/>
                </a:moveTo>
                <a:lnTo>
                  <a:pt x="56941" y="1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27"/>
          <p:cNvSpPr/>
          <p:nvPr/>
        </p:nvSpPr>
        <p:spPr>
          <a:xfrm>
            <a:off x="7038920" y="1721730"/>
            <a:ext cx="134355" cy="31"/>
          </a:xfrm>
          <a:custGeom>
            <a:avLst/>
            <a:gdLst/>
            <a:ahLst/>
            <a:cxnLst/>
            <a:rect l="l" t="t" r="r" b="b"/>
            <a:pathLst>
              <a:path w="4404" h="1" fill="none" extrusionOk="0">
                <a:moveTo>
                  <a:pt x="0" y="1"/>
                </a:moveTo>
                <a:lnTo>
                  <a:pt x="4403" y="1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7"/>
          <p:cNvSpPr/>
          <p:nvPr/>
        </p:nvSpPr>
        <p:spPr>
          <a:xfrm>
            <a:off x="7247520" y="1721730"/>
            <a:ext cx="170995" cy="31"/>
          </a:xfrm>
          <a:custGeom>
            <a:avLst/>
            <a:gdLst/>
            <a:ahLst/>
            <a:cxnLst/>
            <a:rect l="l" t="t" r="r" b="b"/>
            <a:pathLst>
              <a:path w="5605" h="1" fill="none" extrusionOk="0">
                <a:moveTo>
                  <a:pt x="0" y="1"/>
                </a:moveTo>
                <a:lnTo>
                  <a:pt x="5604" y="1"/>
                </a:lnTo>
              </a:path>
            </a:pathLst>
          </a:custGeom>
          <a:noFill/>
          <a:ln w="20850" cap="rnd" cmpd="sng">
            <a:solidFill>
              <a:srgbClr val="12D7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27"/>
          <p:cNvSpPr/>
          <p:nvPr/>
        </p:nvSpPr>
        <p:spPr>
          <a:xfrm>
            <a:off x="5197067" y="1858091"/>
            <a:ext cx="1086891" cy="31"/>
          </a:xfrm>
          <a:custGeom>
            <a:avLst/>
            <a:gdLst/>
            <a:ahLst/>
            <a:cxnLst/>
            <a:rect l="l" t="t" r="r" b="b"/>
            <a:pathLst>
              <a:path w="35627" h="1" fill="none" extrusionOk="0">
                <a:moveTo>
                  <a:pt x="1" y="1"/>
                </a:moveTo>
                <a:lnTo>
                  <a:pt x="35626" y="1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27"/>
          <p:cNvSpPr/>
          <p:nvPr/>
        </p:nvSpPr>
        <p:spPr>
          <a:xfrm>
            <a:off x="6444635" y="1858091"/>
            <a:ext cx="195431" cy="31"/>
          </a:xfrm>
          <a:custGeom>
            <a:avLst/>
            <a:gdLst/>
            <a:ahLst/>
            <a:cxnLst/>
            <a:rect l="l" t="t" r="r" b="b"/>
            <a:pathLst>
              <a:path w="6406" h="1" fill="none" extrusionOk="0">
                <a:moveTo>
                  <a:pt x="1" y="1"/>
                </a:moveTo>
                <a:lnTo>
                  <a:pt x="6405" y="1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27"/>
          <p:cNvSpPr/>
          <p:nvPr/>
        </p:nvSpPr>
        <p:spPr>
          <a:xfrm>
            <a:off x="6110870" y="1936461"/>
            <a:ext cx="529214" cy="31"/>
          </a:xfrm>
          <a:custGeom>
            <a:avLst/>
            <a:gdLst/>
            <a:ahLst/>
            <a:cxnLst/>
            <a:rect l="l" t="t" r="r" b="b"/>
            <a:pathLst>
              <a:path w="17347" h="1" fill="none" extrusionOk="0">
                <a:moveTo>
                  <a:pt x="17346" y="0"/>
                </a:moveTo>
                <a:lnTo>
                  <a:pt x="0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27"/>
          <p:cNvSpPr/>
          <p:nvPr/>
        </p:nvSpPr>
        <p:spPr>
          <a:xfrm>
            <a:off x="5931770" y="1936461"/>
            <a:ext cx="106898" cy="31"/>
          </a:xfrm>
          <a:custGeom>
            <a:avLst/>
            <a:gdLst/>
            <a:ahLst/>
            <a:cxnLst/>
            <a:rect l="l" t="t" r="r" b="b"/>
            <a:pathLst>
              <a:path w="3504" h="1" fill="none" extrusionOk="0">
                <a:moveTo>
                  <a:pt x="3503" y="0"/>
                </a:moveTo>
                <a:lnTo>
                  <a:pt x="1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27"/>
          <p:cNvSpPr/>
          <p:nvPr/>
        </p:nvSpPr>
        <p:spPr>
          <a:xfrm>
            <a:off x="5740468" y="1936461"/>
            <a:ext cx="106868" cy="31"/>
          </a:xfrm>
          <a:custGeom>
            <a:avLst/>
            <a:gdLst/>
            <a:ahLst/>
            <a:cxnLst/>
            <a:rect l="l" t="t" r="r" b="b"/>
            <a:pathLst>
              <a:path w="3503" h="1" fill="none" extrusionOk="0">
                <a:moveTo>
                  <a:pt x="3503" y="0"/>
                </a:moveTo>
                <a:lnTo>
                  <a:pt x="0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27"/>
          <p:cNvSpPr/>
          <p:nvPr/>
        </p:nvSpPr>
        <p:spPr>
          <a:xfrm>
            <a:off x="5550172" y="1936461"/>
            <a:ext cx="105861" cy="31"/>
          </a:xfrm>
          <a:custGeom>
            <a:avLst/>
            <a:gdLst/>
            <a:ahLst/>
            <a:cxnLst/>
            <a:rect l="l" t="t" r="r" b="b"/>
            <a:pathLst>
              <a:path w="3470" h="1" fill="none" extrusionOk="0">
                <a:moveTo>
                  <a:pt x="3470" y="0"/>
                </a:moveTo>
                <a:lnTo>
                  <a:pt x="1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7"/>
          <p:cNvSpPr/>
          <p:nvPr/>
        </p:nvSpPr>
        <p:spPr>
          <a:xfrm>
            <a:off x="5358870" y="1936461"/>
            <a:ext cx="105861" cy="31"/>
          </a:xfrm>
          <a:custGeom>
            <a:avLst/>
            <a:gdLst/>
            <a:ahLst/>
            <a:cxnLst/>
            <a:rect l="l" t="t" r="r" b="b"/>
            <a:pathLst>
              <a:path w="3470" h="1" fill="none" extrusionOk="0">
                <a:moveTo>
                  <a:pt x="3470" y="0"/>
                </a:moveTo>
                <a:lnTo>
                  <a:pt x="0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27"/>
          <p:cNvSpPr/>
          <p:nvPr/>
        </p:nvSpPr>
        <p:spPr>
          <a:xfrm>
            <a:off x="5358870" y="2032097"/>
            <a:ext cx="1647588" cy="31"/>
          </a:xfrm>
          <a:custGeom>
            <a:avLst/>
            <a:gdLst/>
            <a:ahLst/>
            <a:cxnLst/>
            <a:rect l="l" t="t" r="r" b="b"/>
            <a:pathLst>
              <a:path w="54006" h="1" fill="none" extrusionOk="0">
                <a:moveTo>
                  <a:pt x="54006" y="1"/>
                </a:moveTo>
                <a:lnTo>
                  <a:pt x="0" y="1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27"/>
          <p:cNvSpPr/>
          <p:nvPr/>
        </p:nvSpPr>
        <p:spPr>
          <a:xfrm>
            <a:off x="5197067" y="1936461"/>
            <a:ext cx="38714" cy="31"/>
          </a:xfrm>
          <a:custGeom>
            <a:avLst/>
            <a:gdLst/>
            <a:ahLst/>
            <a:cxnLst/>
            <a:rect l="l" t="t" r="r" b="b"/>
            <a:pathLst>
              <a:path w="1269" h="1" fill="none" extrusionOk="0">
                <a:moveTo>
                  <a:pt x="1268" y="0"/>
                </a:moveTo>
                <a:lnTo>
                  <a:pt x="1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27"/>
          <p:cNvSpPr/>
          <p:nvPr/>
        </p:nvSpPr>
        <p:spPr>
          <a:xfrm>
            <a:off x="5197067" y="2032097"/>
            <a:ext cx="38714" cy="31"/>
          </a:xfrm>
          <a:custGeom>
            <a:avLst/>
            <a:gdLst/>
            <a:ahLst/>
            <a:cxnLst/>
            <a:rect l="l" t="t" r="r" b="b"/>
            <a:pathLst>
              <a:path w="1269" h="1" fill="none" extrusionOk="0">
                <a:moveTo>
                  <a:pt x="1268" y="1"/>
                </a:moveTo>
                <a:lnTo>
                  <a:pt x="1" y="1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27"/>
          <p:cNvSpPr/>
          <p:nvPr/>
        </p:nvSpPr>
        <p:spPr>
          <a:xfrm>
            <a:off x="5197067" y="2127763"/>
            <a:ext cx="38714" cy="31"/>
          </a:xfrm>
          <a:custGeom>
            <a:avLst/>
            <a:gdLst/>
            <a:ahLst/>
            <a:cxnLst/>
            <a:rect l="l" t="t" r="r" b="b"/>
            <a:pathLst>
              <a:path w="1269" h="1" fill="none" extrusionOk="0">
                <a:moveTo>
                  <a:pt x="1268" y="0"/>
                </a:moveTo>
                <a:lnTo>
                  <a:pt x="1" y="0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27"/>
          <p:cNvSpPr/>
          <p:nvPr/>
        </p:nvSpPr>
        <p:spPr>
          <a:xfrm>
            <a:off x="5197067" y="2223399"/>
            <a:ext cx="38714" cy="31"/>
          </a:xfrm>
          <a:custGeom>
            <a:avLst/>
            <a:gdLst/>
            <a:ahLst/>
            <a:cxnLst/>
            <a:rect l="l" t="t" r="r" b="b"/>
            <a:pathLst>
              <a:path w="1269" h="1" fill="none" extrusionOk="0">
                <a:moveTo>
                  <a:pt x="1268" y="1"/>
                </a:moveTo>
                <a:lnTo>
                  <a:pt x="1" y="1"/>
                </a:lnTo>
              </a:path>
            </a:pathLst>
          </a:custGeom>
          <a:noFill/>
          <a:ln w="20850" cap="rnd" cmpd="sng">
            <a:solidFill>
              <a:srgbClr val="12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27"/>
          <p:cNvSpPr/>
          <p:nvPr/>
        </p:nvSpPr>
        <p:spPr>
          <a:xfrm>
            <a:off x="7106064" y="2032097"/>
            <a:ext cx="226976" cy="31"/>
          </a:xfrm>
          <a:custGeom>
            <a:avLst/>
            <a:gdLst/>
            <a:ahLst/>
            <a:cxnLst/>
            <a:rect l="l" t="t" r="r" b="b"/>
            <a:pathLst>
              <a:path w="7440" h="1" fill="none" extrusionOk="0">
                <a:moveTo>
                  <a:pt x="1" y="1"/>
                </a:moveTo>
                <a:lnTo>
                  <a:pt x="7439" y="1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27"/>
          <p:cNvSpPr/>
          <p:nvPr/>
        </p:nvSpPr>
        <p:spPr>
          <a:xfrm>
            <a:off x="5354813" y="2127763"/>
            <a:ext cx="455935" cy="31"/>
          </a:xfrm>
          <a:custGeom>
            <a:avLst/>
            <a:gdLst/>
            <a:ahLst/>
            <a:cxnLst/>
            <a:rect l="l" t="t" r="r" b="b"/>
            <a:pathLst>
              <a:path w="14945" h="1" fill="none" extrusionOk="0">
                <a:moveTo>
                  <a:pt x="0" y="0"/>
                </a:moveTo>
                <a:lnTo>
                  <a:pt x="14944" y="0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27"/>
          <p:cNvSpPr/>
          <p:nvPr/>
        </p:nvSpPr>
        <p:spPr>
          <a:xfrm>
            <a:off x="5354813" y="2225443"/>
            <a:ext cx="455935" cy="31"/>
          </a:xfrm>
          <a:custGeom>
            <a:avLst/>
            <a:gdLst/>
            <a:ahLst/>
            <a:cxnLst/>
            <a:rect l="l" t="t" r="r" b="b"/>
            <a:pathLst>
              <a:path w="14945" h="1" fill="none" extrusionOk="0">
                <a:moveTo>
                  <a:pt x="0" y="1"/>
                </a:moveTo>
                <a:lnTo>
                  <a:pt x="14944" y="1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27"/>
          <p:cNvSpPr/>
          <p:nvPr/>
        </p:nvSpPr>
        <p:spPr>
          <a:xfrm>
            <a:off x="5354813" y="2324160"/>
            <a:ext cx="455935" cy="31"/>
          </a:xfrm>
          <a:custGeom>
            <a:avLst/>
            <a:gdLst/>
            <a:ahLst/>
            <a:cxnLst/>
            <a:rect l="l" t="t" r="r" b="b"/>
            <a:pathLst>
              <a:path w="14945" h="1" fill="none" extrusionOk="0">
                <a:moveTo>
                  <a:pt x="0" y="0"/>
                </a:moveTo>
                <a:lnTo>
                  <a:pt x="14944" y="0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27"/>
          <p:cNvSpPr/>
          <p:nvPr/>
        </p:nvSpPr>
        <p:spPr>
          <a:xfrm>
            <a:off x="5354813" y="2421840"/>
            <a:ext cx="455935" cy="31"/>
          </a:xfrm>
          <a:custGeom>
            <a:avLst/>
            <a:gdLst/>
            <a:ahLst/>
            <a:cxnLst/>
            <a:rect l="l" t="t" r="r" b="b"/>
            <a:pathLst>
              <a:path w="14945" h="1" fill="none" extrusionOk="0">
                <a:moveTo>
                  <a:pt x="0" y="1"/>
                </a:moveTo>
                <a:lnTo>
                  <a:pt x="14944" y="1"/>
                </a:lnTo>
              </a:path>
            </a:pathLst>
          </a:custGeom>
          <a:noFill/>
          <a:ln w="2085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27"/>
          <p:cNvSpPr/>
          <p:nvPr/>
        </p:nvSpPr>
        <p:spPr>
          <a:xfrm>
            <a:off x="6110870" y="2421840"/>
            <a:ext cx="928130" cy="31"/>
          </a:xfrm>
          <a:custGeom>
            <a:avLst/>
            <a:gdLst/>
            <a:ahLst/>
            <a:cxnLst/>
            <a:rect l="l" t="t" r="r" b="b"/>
            <a:pathLst>
              <a:path w="30423" h="1" fill="none" extrusionOk="0">
                <a:moveTo>
                  <a:pt x="0" y="1"/>
                </a:moveTo>
                <a:lnTo>
                  <a:pt x="30422" y="1"/>
                </a:lnTo>
              </a:path>
            </a:pathLst>
          </a:custGeom>
          <a:noFill/>
          <a:ln w="208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27"/>
          <p:cNvSpPr/>
          <p:nvPr/>
        </p:nvSpPr>
        <p:spPr>
          <a:xfrm>
            <a:off x="6661380" y="2324160"/>
            <a:ext cx="377591" cy="31"/>
          </a:xfrm>
          <a:custGeom>
            <a:avLst/>
            <a:gdLst/>
            <a:ahLst/>
            <a:cxnLst/>
            <a:rect l="l" t="t" r="r" b="b"/>
            <a:pathLst>
              <a:path w="12377" h="1" fill="none" extrusionOk="0">
                <a:moveTo>
                  <a:pt x="1" y="0"/>
                </a:moveTo>
                <a:lnTo>
                  <a:pt x="12376" y="0"/>
                </a:lnTo>
              </a:path>
            </a:pathLst>
          </a:custGeom>
          <a:noFill/>
          <a:ln w="208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27"/>
          <p:cNvSpPr/>
          <p:nvPr/>
        </p:nvSpPr>
        <p:spPr>
          <a:xfrm>
            <a:off x="6889319" y="2223399"/>
            <a:ext cx="149639" cy="31"/>
          </a:xfrm>
          <a:custGeom>
            <a:avLst/>
            <a:gdLst/>
            <a:ahLst/>
            <a:cxnLst/>
            <a:rect l="l" t="t" r="r" b="b"/>
            <a:pathLst>
              <a:path w="4905" h="1" fill="none" extrusionOk="0">
                <a:moveTo>
                  <a:pt x="1" y="1"/>
                </a:moveTo>
                <a:lnTo>
                  <a:pt x="4904" y="1"/>
                </a:lnTo>
              </a:path>
            </a:pathLst>
          </a:custGeom>
          <a:noFill/>
          <a:ln w="208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27"/>
          <p:cNvSpPr/>
          <p:nvPr/>
        </p:nvSpPr>
        <p:spPr>
          <a:xfrm>
            <a:off x="7602007" y="1310369"/>
            <a:ext cx="1114298" cy="1734401"/>
          </a:xfrm>
          <a:custGeom>
            <a:avLst/>
            <a:gdLst/>
            <a:ahLst/>
            <a:cxnLst/>
            <a:rect l="l" t="t" r="r" b="b"/>
            <a:pathLst>
              <a:path w="42498" h="66148" extrusionOk="0">
                <a:moveTo>
                  <a:pt x="2169" y="1"/>
                </a:moveTo>
                <a:cubicBezTo>
                  <a:pt x="968" y="1"/>
                  <a:pt x="0" y="968"/>
                  <a:pt x="0" y="2169"/>
                </a:cubicBezTo>
                <a:lnTo>
                  <a:pt x="0" y="63980"/>
                </a:lnTo>
                <a:cubicBezTo>
                  <a:pt x="0" y="65181"/>
                  <a:pt x="968" y="66148"/>
                  <a:pt x="2169" y="66148"/>
                </a:cubicBezTo>
                <a:lnTo>
                  <a:pt x="40329" y="66148"/>
                </a:lnTo>
                <a:cubicBezTo>
                  <a:pt x="41530" y="66148"/>
                  <a:pt x="42497" y="65181"/>
                  <a:pt x="42497" y="63980"/>
                </a:cubicBezTo>
                <a:lnTo>
                  <a:pt x="42497" y="2169"/>
                </a:lnTo>
                <a:cubicBezTo>
                  <a:pt x="42497" y="968"/>
                  <a:pt x="41530" y="1"/>
                  <a:pt x="403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27"/>
          <p:cNvSpPr/>
          <p:nvPr/>
        </p:nvSpPr>
        <p:spPr>
          <a:xfrm>
            <a:off x="7602007" y="1310369"/>
            <a:ext cx="1114298" cy="157451"/>
          </a:xfrm>
          <a:custGeom>
            <a:avLst/>
            <a:gdLst/>
            <a:ahLst/>
            <a:cxnLst/>
            <a:rect l="l" t="t" r="r" b="b"/>
            <a:pathLst>
              <a:path w="42498" h="6005" extrusionOk="0">
                <a:moveTo>
                  <a:pt x="1635" y="1"/>
                </a:moveTo>
                <a:cubicBezTo>
                  <a:pt x="734" y="1"/>
                  <a:pt x="0" y="734"/>
                  <a:pt x="0" y="1635"/>
                </a:cubicBezTo>
                <a:lnTo>
                  <a:pt x="0" y="6005"/>
                </a:lnTo>
                <a:lnTo>
                  <a:pt x="42497" y="6005"/>
                </a:lnTo>
                <a:lnTo>
                  <a:pt x="42497" y="1635"/>
                </a:lnTo>
                <a:cubicBezTo>
                  <a:pt x="42497" y="734"/>
                  <a:pt x="41764" y="1"/>
                  <a:pt x="4086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27"/>
          <p:cNvSpPr/>
          <p:nvPr/>
        </p:nvSpPr>
        <p:spPr>
          <a:xfrm>
            <a:off x="7662365" y="1515042"/>
            <a:ext cx="996203" cy="1478126"/>
          </a:xfrm>
          <a:custGeom>
            <a:avLst/>
            <a:gdLst/>
            <a:ahLst/>
            <a:cxnLst/>
            <a:rect l="l" t="t" r="r" b="b"/>
            <a:pathLst>
              <a:path w="37994" h="56374" extrusionOk="0">
                <a:moveTo>
                  <a:pt x="36259" y="56374"/>
                </a:moveTo>
                <a:lnTo>
                  <a:pt x="1768" y="56374"/>
                </a:lnTo>
                <a:cubicBezTo>
                  <a:pt x="801" y="56374"/>
                  <a:pt x="0" y="55607"/>
                  <a:pt x="0" y="54639"/>
                </a:cubicBezTo>
                <a:lnTo>
                  <a:pt x="0" y="1735"/>
                </a:lnTo>
                <a:cubicBezTo>
                  <a:pt x="0" y="767"/>
                  <a:pt x="801" y="0"/>
                  <a:pt x="1768" y="0"/>
                </a:cubicBezTo>
                <a:lnTo>
                  <a:pt x="36259" y="0"/>
                </a:lnTo>
                <a:cubicBezTo>
                  <a:pt x="37227" y="0"/>
                  <a:pt x="37994" y="767"/>
                  <a:pt x="37994" y="1735"/>
                </a:cubicBezTo>
                <a:lnTo>
                  <a:pt x="37994" y="54639"/>
                </a:lnTo>
                <a:cubicBezTo>
                  <a:pt x="37994" y="55607"/>
                  <a:pt x="37227" y="56374"/>
                  <a:pt x="36259" y="56374"/>
                </a:cubicBezTo>
                <a:close/>
              </a:path>
            </a:pathLst>
          </a:custGeom>
          <a:solidFill>
            <a:srgbClr val="2408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27"/>
          <p:cNvSpPr/>
          <p:nvPr/>
        </p:nvSpPr>
        <p:spPr>
          <a:xfrm>
            <a:off x="7905503" y="1362835"/>
            <a:ext cx="53384" cy="27164"/>
          </a:xfrm>
          <a:custGeom>
            <a:avLst/>
            <a:gdLst/>
            <a:ahLst/>
            <a:cxnLst/>
            <a:rect l="l" t="t" r="r" b="b"/>
            <a:pathLst>
              <a:path w="2036" h="1036" extrusionOk="0">
                <a:moveTo>
                  <a:pt x="1001" y="1"/>
                </a:moveTo>
                <a:cubicBezTo>
                  <a:pt x="434" y="1"/>
                  <a:pt x="0" y="435"/>
                  <a:pt x="0" y="1002"/>
                </a:cubicBezTo>
                <a:lnTo>
                  <a:pt x="0" y="1035"/>
                </a:lnTo>
                <a:cubicBezTo>
                  <a:pt x="0" y="468"/>
                  <a:pt x="434" y="1"/>
                  <a:pt x="1001" y="1"/>
                </a:cubicBezTo>
                <a:close/>
                <a:moveTo>
                  <a:pt x="1001" y="1"/>
                </a:moveTo>
                <a:cubicBezTo>
                  <a:pt x="1568" y="1"/>
                  <a:pt x="2035" y="468"/>
                  <a:pt x="2035" y="1035"/>
                </a:cubicBezTo>
                <a:lnTo>
                  <a:pt x="2035" y="1002"/>
                </a:lnTo>
                <a:cubicBezTo>
                  <a:pt x="2035" y="435"/>
                  <a:pt x="1568" y="1"/>
                  <a:pt x="1001" y="1"/>
                </a:cubicBezTo>
                <a:close/>
              </a:path>
            </a:pathLst>
          </a:custGeom>
          <a:solidFill>
            <a:srgbClr val="84FA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27"/>
          <p:cNvSpPr/>
          <p:nvPr/>
        </p:nvSpPr>
        <p:spPr>
          <a:xfrm>
            <a:off x="7710453" y="1688198"/>
            <a:ext cx="707599" cy="16650"/>
          </a:xfrm>
          <a:custGeom>
            <a:avLst/>
            <a:gdLst/>
            <a:ahLst/>
            <a:cxnLst/>
            <a:rect l="l" t="t" r="r" b="b"/>
            <a:pathLst>
              <a:path w="26987" h="635" extrusionOk="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5"/>
                  <a:pt x="334" y="635"/>
                </a:cubicBezTo>
                <a:lnTo>
                  <a:pt x="26686" y="635"/>
                </a:lnTo>
                <a:cubicBezTo>
                  <a:pt x="26853" y="635"/>
                  <a:pt x="26987" y="501"/>
                  <a:pt x="26987" y="301"/>
                </a:cubicBezTo>
                <a:cubicBezTo>
                  <a:pt x="26987" y="134"/>
                  <a:pt x="26853" y="1"/>
                  <a:pt x="2668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27"/>
          <p:cNvSpPr/>
          <p:nvPr/>
        </p:nvSpPr>
        <p:spPr>
          <a:xfrm>
            <a:off x="8461758" y="1688198"/>
            <a:ext cx="68251" cy="16650"/>
          </a:xfrm>
          <a:custGeom>
            <a:avLst/>
            <a:gdLst/>
            <a:ahLst/>
            <a:cxnLst/>
            <a:rect l="l" t="t" r="r" b="b"/>
            <a:pathLst>
              <a:path w="2603" h="635" extrusionOk="0">
                <a:moveTo>
                  <a:pt x="301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5"/>
                  <a:pt x="301" y="635"/>
                </a:cubicBezTo>
                <a:lnTo>
                  <a:pt x="2269" y="635"/>
                </a:lnTo>
                <a:cubicBezTo>
                  <a:pt x="2436" y="635"/>
                  <a:pt x="2602" y="501"/>
                  <a:pt x="2602" y="301"/>
                </a:cubicBezTo>
                <a:cubicBezTo>
                  <a:pt x="2602" y="134"/>
                  <a:pt x="2436" y="1"/>
                  <a:pt x="2269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27"/>
          <p:cNvSpPr/>
          <p:nvPr/>
        </p:nvSpPr>
        <p:spPr>
          <a:xfrm>
            <a:off x="8556228" y="1688198"/>
            <a:ext cx="55114" cy="16650"/>
          </a:xfrm>
          <a:custGeom>
            <a:avLst/>
            <a:gdLst/>
            <a:ahLst/>
            <a:cxnLst/>
            <a:rect l="l" t="t" r="r" b="b"/>
            <a:pathLst>
              <a:path w="2102" h="635" extrusionOk="0">
                <a:moveTo>
                  <a:pt x="300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5"/>
                  <a:pt x="300" y="635"/>
                </a:cubicBezTo>
                <a:lnTo>
                  <a:pt x="1768" y="635"/>
                </a:lnTo>
                <a:cubicBezTo>
                  <a:pt x="1968" y="635"/>
                  <a:pt x="2102" y="501"/>
                  <a:pt x="2102" y="301"/>
                </a:cubicBezTo>
                <a:cubicBezTo>
                  <a:pt x="2102" y="134"/>
                  <a:pt x="1968" y="1"/>
                  <a:pt x="1768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27"/>
          <p:cNvSpPr/>
          <p:nvPr/>
        </p:nvSpPr>
        <p:spPr>
          <a:xfrm>
            <a:off x="7710453" y="1766045"/>
            <a:ext cx="404994" cy="16650"/>
          </a:xfrm>
          <a:custGeom>
            <a:avLst/>
            <a:gdLst/>
            <a:ahLst/>
            <a:cxnLst/>
            <a:rect l="l" t="t" r="r" b="b"/>
            <a:pathLst>
              <a:path w="15446" h="635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4"/>
                  <a:pt x="334" y="634"/>
                </a:cubicBezTo>
                <a:lnTo>
                  <a:pt x="15112" y="634"/>
                </a:lnTo>
                <a:cubicBezTo>
                  <a:pt x="15312" y="634"/>
                  <a:pt x="15445" y="501"/>
                  <a:pt x="15445" y="334"/>
                </a:cubicBezTo>
                <a:cubicBezTo>
                  <a:pt x="15445" y="134"/>
                  <a:pt x="15312" y="1"/>
                  <a:pt x="15112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27"/>
          <p:cNvSpPr/>
          <p:nvPr/>
        </p:nvSpPr>
        <p:spPr>
          <a:xfrm>
            <a:off x="8122394" y="1766045"/>
            <a:ext cx="127744" cy="16650"/>
          </a:xfrm>
          <a:custGeom>
            <a:avLst/>
            <a:gdLst/>
            <a:ahLst/>
            <a:cxnLst/>
            <a:rect l="l" t="t" r="r" b="b"/>
            <a:pathLst>
              <a:path w="4872" h="635" extrusionOk="0">
                <a:moveTo>
                  <a:pt x="301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4"/>
                  <a:pt x="301" y="634"/>
                </a:cubicBezTo>
                <a:lnTo>
                  <a:pt x="4571" y="634"/>
                </a:lnTo>
                <a:cubicBezTo>
                  <a:pt x="4738" y="634"/>
                  <a:pt x="4871" y="501"/>
                  <a:pt x="4871" y="334"/>
                </a:cubicBezTo>
                <a:cubicBezTo>
                  <a:pt x="4871" y="134"/>
                  <a:pt x="4738" y="1"/>
                  <a:pt x="4571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27"/>
          <p:cNvSpPr/>
          <p:nvPr/>
        </p:nvSpPr>
        <p:spPr>
          <a:xfrm>
            <a:off x="8164398" y="1810645"/>
            <a:ext cx="85739" cy="17515"/>
          </a:xfrm>
          <a:custGeom>
            <a:avLst/>
            <a:gdLst/>
            <a:ahLst/>
            <a:cxnLst/>
            <a:rect l="l" t="t" r="r" b="b"/>
            <a:pathLst>
              <a:path w="3270" h="668" extrusionOk="0">
                <a:moveTo>
                  <a:pt x="334" y="1"/>
                </a:moveTo>
                <a:cubicBezTo>
                  <a:pt x="134" y="1"/>
                  <a:pt x="0" y="168"/>
                  <a:pt x="0" y="334"/>
                </a:cubicBezTo>
                <a:cubicBezTo>
                  <a:pt x="0" y="535"/>
                  <a:pt x="134" y="668"/>
                  <a:pt x="334" y="668"/>
                </a:cubicBezTo>
                <a:lnTo>
                  <a:pt x="2969" y="668"/>
                </a:lnTo>
                <a:cubicBezTo>
                  <a:pt x="3136" y="668"/>
                  <a:pt x="3269" y="501"/>
                  <a:pt x="3269" y="334"/>
                </a:cubicBezTo>
                <a:cubicBezTo>
                  <a:pt x="3269" y="168"/>
                  <a:pt x="3136" y="1"/>
                  <a:pt x="2969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7"/>
          <p:cNvSpPr/>
          <p:nvPr/>
        </p:nvSpPr>
        <p:spPr>
          <a:xfrm>
            <a:off x="8122394" y="1810645"/>
            <a:ext cx="25407" cy="17515"/>
          </a:xfrm>
          <a:custGeom>
            <a:avLst/>
            <a:gdLst/>
            <a:ahLst/>
            <a:cxnLst/>
            <a:rect l="l" t="t" r="r" b="b"/>
            <a:pathLst>
              <a:path w="969" h="668" extrusionOk="0">
                <a:moveTo>
                  <a:pt x="335" y="1"/>
                </a:moveTo>
                <a:cubicBezTo>
                  <a:pt x="168" y="1"/>
                  <a:pt x="1" y="168"/>
                  <a:pt x="1" y="334"/>
                </a:cubicBezTo>
                <a:cubicBezTo>
                  <a:pt x="1" y="535"/>
                  <a:pt x="168" y="668"/>
                  <a:pt x="335" y="668"/>
                </a:cubicBezTo>
                <a:lnTo>
                  <a:pt x="635" y="668"/>
                </a:lnTo>
                <a:cubicBezTo>
                  <a:pt x="802" y="668"/>
                  <a:pt x="968" y="501"/>
                  <a:pt x="968" y="334"/>
                </a:cubicBezTo>
                <a:cubicBezTo>
                  <a:pt x="968" y="168"/>
                  <a:pt x="835" y="1"/>
                  <a:pt x="635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27"/>
          <p:cNvSpPr/>
          <p:nvPr/>
        </p:nvSpPr>
        <p:spPr>
          <a:xfrm>
            <a:off x="8021814" y="1810645"/>
            <a:ext cx="77008" cy="17515"/>
          </a:xfrm>
          <a:custGeom>
            <a:avLst/>
            <a:gdLst/>
            <a:ahLst/>
            <a:cxnLst/>
            <a:rect l="l" t="t" r="r" b="b"/>
            <a:pathLst>
              <a:path w="2937" h="668" extrusionOk="0">
                <a:moveTo>
                  <a:pt x="301" y="1"/>
                </a:moveTo>
                <a:cubicBezTo>
                  <a:pt x="134" y="1"/>
                  <a:pt x="1" y="168"/>
                  <a:pt x="1" y="334"/>
                </a:cubicBezTo>
                <a:cubicBezTo>
                  <a:pt x="1" y="535"/>
                  <a:pt x="134" y="668"/>
                  <a:pt x="301" y="668"/>
                </a:cubicBezTo>
                <a:lnTo>
                  <a:pt x="2636" y="668"/>
                </a:lnTo>
                <a:cubicBezTo>
                  <a:pt x="2803" y="668"/>
                  <a:pt x="2936" y="501"/>
                  <a:pt x="2936" y="334"/>
                </a:cubicBezTo>
                <a:cubicBezTo>
                  <a:pt x="2936" y="168"/>
                  <a:pt x="2803" y="1"/>
                  <a:pt x="2636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27"/>
          <p:cNvSpPr/>
          <p:nvPr/>
        </p:nvSpPr>
        <p:spPr>
          <a:xfrm>
            <a:off x="7912503" y="1810645"/>
            <a:ext cx="77873" cy="17515"/>
          </a:xfrm>
          <a:custGeom>
            <a:avLst/>
            <a:gdLst/>
            <a:ahLst/>
            <a:cxnLst/>
            <a:rect l="l" t="t" r="r" b="b"/>
            <a:pathLst>
              <a:path w="2970" h="668" extrusionOk="0">
                <a:moveTo>
                  <a:pt x="300" y="1"/>
                </a:moveTo>
                <a:cubicBezTo>
                  <a:pt x="134" y="1"/>
                  <a:pt x="0" y="168"/>
                  <a:pt x="0" y="334"/>
                </a:cubicBezTo>
                <a:cubicBezTo>
                  <a:pt x="0" y="535"/>
                  <a:pt x="134" y="668"/>
                  <a:pt x="300" y="668"/>
                </a:cubicBezTo>
                <a:lnTo>
                  <a:pt x="2635" y="668"/>
                </a:lnTo>
                <a:cubicBezTo>
                  <a:pt x="2802" y="668"/>
                  <a:pt x="2969" y="501"/>
                  <a:pt x="2936" y="334"/>
                </a:cubicBezTo>
                <a:cubicBezTo>
                  <a:pt x="2936" y="168"/>
                  <a:pt x="2802" y="1"/>
                  <a:pt x="2635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27"/>
          <p:cNvSpPr/>
          <p:nvPr/>
        </p:nvSpPr>
        <p:spPr>
          <a:xfrm>
            <a:off x="7803166" y="1810645"/>
            <a:ext cx="77873" cy="17515"/>
          </a:xfrm>
          <a:custGeom>
            <a:avLst/>
            <a:gdLst/>
            <a:ahLst/>
            <a:cxnLst/>
            <a:rect l="l" t="t" r="r" b="b"/>
            <a:pathLst>
              <a:path w="2970" h="668" extrusionOk="0">
                <a:moveTo>
                  <a:pt x="301" y="1"/>
                </a:moveTo>
                <a:cubicBezTo>
                  <a:pt x="134" y="1"/>
                  <a:pt x="1" y="168"/>
                  <a:pt x="1" y="334"/>
                </a:cubicBezTo>
                <a:cubicBezTo>
                  <a:pt x="1" y="535"/>
                  <a:pt x="134" y="668"/>
                  <a:pt x="301" y="668"/>
                </a:cubicBezTo>
                <a:lnTo>
                  <a:pt x="2636" y="668"/>
                </a:lnTo>
                <a:cubicBezTo>
                  <a:pt x="2803" y="668"/>
                  <a:pt x="2969" y="501"/>
                  <a:pt x="2969" y="334"/>
                </a:cubicBezTo>
                <a:cubicBezTo>
                  <a:pt x="2969" y="168"/>
                  <a:pt x="2803" y="1"/>
                  <a:pt x="2636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27"/>
          <p:cNvSpPr/>
          <p:nvPr/>
        </p:nvSpPr>
        <p:spPr>
          <a:xfrm>
            <a:off x="7803166" y="1865759"/>
            <a:ext cx="656863" cy="16650"/>
          </a:xfrm>
          <a:custGeom>
            <a:avLst/>
            <a:gdLst/>
            <a:ahLst/>
            <a:cxnLst/>
            <a:rect l="l" t="t" r="r" b="b"/>
            <a:pathLst>
              <a:path w="25052" h="635" extrusionOk="0">
                <a:moveTo>
                  <a:pt x="301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34"/>
                  <a:pt x="301" y="634"/>
                </a:cubicBezTo>
                <a:lnTo>
                  <a:pt x="24718" y="634"/>
                </a:lnTo>
                <a:cubicBezTo>
                  <a:pt x="24885" y="634"/>
                  <a:pt x="25052" y="501"/>
                  <a:pt x="25018" y="334"/>
                </a:cubicBezTo>
                <a:cubicBezTo>
                  <a:pt x="25018" y="134"/>
                  <a:pt x="24885" y="0"/>
                  <a:pt x="2471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27"/>
          <p:cNvSpPr/>
          <p:nvPr/>
        </p:nvSpPr>
        <p:spPr>
          <a:xfrm>
            <a:off x="7710453" y="1810645"/>
            <a:ext cx="39382" cy="17515"/>
          </a:xfrm>
          <a:custGeom>
            <a:avLst/>
            <a:gdLst/>
            <a:ahLst/>
            <a:cxnLst/>
            <a:rect l="l" t="t" r="r" b="b"/>
            <a:pathLst>
              <a:path w="1502" h="668" extrusionOk="0">
                <a:moveTo>
                  <a:pt x="334" y="1"/>
                </a:moveTo>
                <a:cubicBezTo>
                  <a:pt x="134" y="1"/>
                  <a:pt x="1" y="168"/>
                  <a:pt x="1" y="334"/>
                </a:cubicBezTo>
                <a:cubicBezTo>
                  <a:pt x="1" y="535"/>
                  <a:pt x="134" y="668"/>
                  <a:pt x="334" y="668"/>
                </a:cubicBezTo>
                <a:lnTo>
                  <a:pt x="1168" y="668"/>
                </a:lnTo>
                <a:cubicBezTo>
                  <a:pt x="1335" y="668"/>
                  <a:pt x="1502" y="501"/>
                  <a:pt x="1468" y="334"/>
                </a:cubicBezTo>
                <a:cubicBezTo>
                  <a:pt x="1468" y="168"/>
                  <a:pt x="1335" y="1"/>
                  <a:pt x="1168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27"/>
          <p:cNvSpPr/>
          <p:nvPr/>
        </p:nvSpPr>
        <p:spPr>
          <a:xfrm>
            <a:off x="7710453" y="1865759"/>
            <a:ext cx="39382" cy="16650"/>
          </a:xfrm>
          <a:custGeom>
            <a:avLst/>
            <a:gdLst/>
            <a:ahLst/>
            <a:cxnLst/>
            <a:rect l="l" t="t" r="r" b="b"/>
            <a:pathLst>
              <a:path w="1502" h="635" extrusionOk="0">
                <a:moveTo>
                  <a:pt x="334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34"/>
                  <a:pt x="334" y="634"/>
                </a:cubicBezTo>
                <a:lnTo>
                  <a:pt x="1168" y="634"/>
                </a:lnTo>
                <a:cubicBezTo>
                  <a:pt x="1335" y="634"/>
                  <a:pt x="1502" y="501"/>
                  <a:pt x="1468" y="334"/>
                </a:cubicBezTo>
                <a:cubicBezTo>
                  <a:pt x="1468" y="134"/>
                  <a:pt x="1335" y="0"/>
                  <a:pt x="11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27"/>
          <p:cNvSpPr/>
          <p:nvPr/>
        </p:nvSpPr>
        <p:spPr>
          <a:xfrm>
            <a:off x="7710453" y="1919982"/>
            <a:ext cx="39382" cy="17515"/>
          </a:xfrm>
          <a:custGeom>
            <a:avLst/>
            <a:gdLst/>
            <a:ahLst/>
            <a:cxnLst/>
            <a:rect l="l" t="t" r="r" b="b"/>
            <a:pathLst>
              <a:path w="1502" h="668" extrusionOk="0">
                <a:moveTo>
                  <a:pt x="334" y="1"/>
                </a:moveTo>
                <a:cubicBezTo>
                  <a:pt x="134" y="1"/>
                  <a:pt x="1" y="167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168" y="668"/>
                </a:lnTo>
                <a:cubicBezTo>
                  <a:pt x="1335" y="668"/>
                  <a:pt x="1502" y="501"/>
                  <a:pt x="1468" y="334"/>
                </a:cubicBezTo>
                <a:cubicBezTo>
                  <a:pt x="1468" y="167"/>
                  <a:pt x="1335" y="1"/>
                  <a:pt x="1168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27"/>
          <p:cNvSpPr/>
          <p:nvPr/>
        </p:nvSpPr>
        <p:spPr>
          <a:xfrm>
            <a:off x="7710453" y="1975097"/>
            <a:ext cx="39382" cy="16623"/>
          </a:xfrm>
          <a:custGeom>
            <a:avLst/>
            <a:gdLst/>
            <a:ahLst/>
            <a:cxnLst/>
            <a:rect l="l" t="t" r="r" b="b"/>
            <a:pathLst>
              <a:path w="1502" h="634" extrusionOk="0">
                <a:moveTo>
                  <a:pt x="334" y="0"/>
                </a:moveTo>
                <a:cubicBezTo>
                  <a:pt x="134" y="0"/>
                  <a:pt x="1" y="133"/>
                  <a:pt x="1" y="300"/>
                </a:cubicBezTo>
                <a:cubicBezTo>
                  <a:pt x="1" y="500"/>
                  <a:pt x="134" y="634"/>
                  <a:pt x="334" y="634"/>
                </a:cubicBezTo>
                <a:lnTo>
                  <a:pt x="1168" y="634"/>
                </a:lnTo>
                <a:cubicBezTo>
                  <a:pt x="1335" y="634"/>
                  <a:pt x="1502" y="500"/>
                  <a:pt x="1468" y="300"/>
                </a:cubicBezTo>
                <a:cubicBezTo>
                  <a:pt x="1468" y="133"/>
                  <a:pt x="1335" y="0"/>
                  <a:pt x="11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27"/>
          <p:cNvSpPr/>
          <p:nvPr/>
        </p:nvSpPr>
        <p:spPr>
          <a:xfrm>
            <a:off x="8500249" y="1865759"/>
            <a:ext cx="96227" cy="16650"/>
          </a:xfrm>
          <a:custGeom>
            <a:avLst/>
            <a:gdLst/>
            <a:ahLst/>
            <a:cxnLst/>
            <a:rect l="l" t="t" r="r" b="b"/>
            <a:pathLst>
              <a:path w="3670" h="635" extrusionOk="0">
                <a:moveTo>
                  <a:pt x="300" y="0"/>
                </a:moveTo>
                <a:cubicBezTo>
                  <a:pt x="134" y="0"/>
                  <a:pt x="0" y="134"/>
                  <a:pt x="0" y="334"/>
                </a:cubicBezTo>
                <a:cubicBezTo>
                  <a:pt x="0" y="501"/>
                  <a:pt x="134" y="634"/>
                  <a:pt x="300" y="634"/>
                </a:cubicBezTo>
                <a:lnTo>
                  <a:pt x="3336" y="634"/>
                </a:lnTo>
                <a:cubicBezTo>
                  <a:pt x="3503" y="634"/>
                  <a:pt x="3670" y="501"/>
                  <a:pt x="3670" y="334"/>
                </a:cubicBezTo>
                <a:cubicBezTo>
                  <a:pt x="3670" y="134"/>
                  <a:pt x="3536" y="0"/>
                  <a:pt x="333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27"/>
          <p:cNvSpPr/>
          <p:nvPr/>
        </p:nvSpPr>
        <p:spPr>
          <a:xfrm>
            <a:off x="7800544" y="1919982"/>
            <a:ext cx="277276" cy="17515"/>
          </a:xfrm>
          <a:custGeom>
            <a:avLst/>
            <a:gdLst/>
            <a:ahLst/>
            <a:cxnLst/>
            <a:rect l="l" t="t" r="r" b="b"/>
            <a:pathLst>
              <a:path w="10575" h="668" extrusionOk="0">
                <a:moveTo>
                  <a:pt x="334" y="1"/>
                </a:moveTo>
                <a:cubicBezTo>
                  <a:pt x="134" y="1"/>
                  <a:pt x="1" y="167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0275" y="668"/>
                </a:lnTo>
                <a:cubicBezTo>
                  <a:pt x="10441" y="668"/>
                  <a:pt x="10575" y="501"/>
                  <a:pt x="10575" y="334"/>
                </a:cubicBezTo>
                <a:cubicBezTo>
                  <a:pt x="10575" y="167"/>
                  <a:pt x="10441" y="1"/>
                  <a:pt x="1027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27"/>
          <p:cNvSpPr/>
          <p:nvPr/>
        </p:nvSpPr>
        <p:spPr>
          <a:xfrm>
            <a:off x="8164398" y="2087921"/>
            <a:ext cx="314011" cy="17515"/>
          </a:xfrm>
          <a:custGeom>
            <a:avLst/>
            <a:gdLst/>
            <a:ahLst/>
            <a:cxnLst/>
            <a:rect l="l" t="t" r="r" b="b"/>
            <a:pathLst>
              <a:path w="11976" h="668" extrusionOk="0">
                <a:moveTo>
                  <a:pt x="300" y="0"/>
                </a:moveTo>
                <a:cubicBezTo>
                  <a:pt x="134" y="0"/>
                  <a:pt x="0" y="134"/>
                  <a:pt x="0" y="334"/>
                </a:cubicBezTo>
                <a:cubicBezTo>
                  <a:pt x="0" y="500"/>
                  <a:pt x="134" y="667"/>
                  <a:pt x="300" y="667"/>
                </a:cubicBezTo>
                <a:lnTo>
                  <a:pt x="11642" y="667"/>
                </a:lnTo>
                <a:cubicBezTo>
                  <a:pt x="11842" y="667"/>
                  <a:pt x="11975" y="500"/>
                  <a:pt x="11975" y="334"/>
                </a:cubicBezTo>
                <a:cubicBezTo>
                  <a:pt x="11975" y="134"/>
                  <a:pt x="11842" y="0"/>
                  <a:pt x="1164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27"/>
          <p:cNvSpPr/>
          <p:nvPr/>
        </p:nvSpPr>
        <p:spPr>
          <a:xfrm>
            <a:off x="8245732" y="2031941"/>
            <a:ext cx="232676" cy="17515"/>
          </a:xfrm>
          <a:custGeom>
            <a:avLst/>
            <a:gdLst/>
            <a:ahLst/>
            <a:cxnLst/>
            <a:rect l="l" t="t" r="r" b="b"/>
            <a:pathLst>
              <a:path w="8874" h="668" extrusionOk="0">
                <a:moveTo>
                  <a:pt x="334" y="0"/>
                </a:moveTo>
                <a:cubicBezTo>
                  <a:pt x="134" y="0"/>
                  <a:pt x="0" y="134"/>
                  <a:pt x="0" y="334"/>
                </a:cubicBezTo>
                <a:cubicBezTo>
                  <a:pt x="0" y="501"/>
                  <a:pt x="134" y="667"/>
                  <a:pt x="334" y="667"/>
                </a:cubicBezTo>
                <a:lnTo>
                  <a:pt x="8540" y="667"/>
                </a:lnTo>
                <a:cubicBezTo>
                  <a:pt x="8740" y="667"/>
                  <a:pt x="8873" y="501"/>
                  <a:pt x="8873" y="334"/>
                </a:cubicBezTo>
                <a:cubicBezTo>
                  <a:pt x="8873" y="134"/>
                  <a:pt x="8740" y="0"/>
                  <a:pt x="854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27"/>
          <p:cNvSpPr/>
          <p:nvPr/>
        </p:nvSpPr>
        <p:spPr>
          <a:xfrm>
            <a:off x="8376045" y="1975097"/>
            <a:ext cx="102363" cy="16623"/>
          </a:xfrm>
          <a:custGeom>
            <a:avLst/>
            <a:gdLst/>
            <a:ahLst/>
            <a:cxnLst/>
            <a:rect l="l" t="t" r="r" b="b"/>
            <a:pathLst>
              <a:path w="3904" h="634" extrusionOk="0">
                <a:moveTo>
                  <a:pt x="301" y="0"/>
                </a:moveTo>
                <a:cubicBezTo>
                  <a:pt x="134" y="0"/>
                  <a:pt x="1" y="133"/>
                  <a:pt x="1" y="300"/>
                </a:cubicBezTo>
                <a:cubicBezTo>
                  <a:pt x="1" y="500"/>
                  <a:pt x="134" y="634"/>
                  <a:pt x="301" y="634"/>
                </a:cubicBezTo>
                <a:lnTo>
                  <a:pt x="3570" y="634"/>
                </a:lnTo>
                <a:cubicBezTo>
                  <a:pt x="3770" y="634"/>
                  <a:pt x="3903" y="500"/>
                  <a:pt x="3903" y="300"/>
                </a:cubicBezTo>
                <a:cubicBezTo>
                  <a:pt x="3903" y="133"/>
                  <a:pt x="3770" y="0"/>
                  <a:pt x="357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27"/>
          <p:cNvSpPr/>
          <p:nvPr/>
        </p:nvSpPr>
        <p:spPr>
          <a:xfrm>
            <a:off x="7710453" y="1612108"/>
            <a:ext cx="328012" cy="16650"/>
          </a:xfrm>
          <a:custGeom>
            <a:avLst/>
            <a:gdLst/>
            <a:ahLst/>
            <a:cxnLst/>
            <a:rect l="l" t="t" r="r" b="b"/>
            <a:pathLst>
              <a:path w="12510" h="635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5"/>
                  <a:pt x="334" y="635"/>
                </a:cubicBezTo>
                <a:lnTo>
                  <a:pt x="12176" y="635"/>
                </a:lnTo>
                <a:cubicBezTo>
                  <a:pt x="12376" y="635"/>
                  <a:pt x="12510" y="501"/>
                  <a:pt x="12510" y="334"/>
                </a:cubicBezTo>
                <a:cubicBezTo>
                  <a:pt x="12510" y="134"/>
                  <a:pt x="12376" y="1"/>
                  <a:pt x="1217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27"/>
          <p:cNvSpPr/>
          <p:nvPr/>
        </p:nvSpPr>
        <p:spPr>
          <a:xfrm>
            <a:off x="7710453" y="2220856"/>
            <a:ext cx="530064" cy="17515"/>
          </a:xfrm>
          <a:custGeom>
            <a:avLst/>
            <a:gdLst/>
            <a:ahLst/>
            <a:cxnLst/>
            <a:rect l="l" t="t" r="r" b="b"/>
            <a:pathLst>
              <a:path w="20216" h="668" extrusionOk="0">
                <a:moveTo>
                  <a:pt x="334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9882" y="668"/>
                </a:lnTo>
                <a:cubicBezTo>
                  <a:pt x="20048" y="668"/>
                  <a:pt x="20215" y="501"/>
                  <a:pt x="20182" y="334"/>
                </a:cubicBezTo>
                <a:cubicBezTo>
                  <a:pt x="20182" y="134"/>
                  <a:pt x="20048" y="0"/>
                  <a:pt x="1988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27"/>
          <p:cNvSpPr/>
          <p:nvPr/>
        </p:nvSpPr>
        <p:spPr>
          <a:xfrm>
            <a:off x="7710453" y="2288189"/>
            <a:ext cx="530064" cy="17541"/>
          </a:xfrm>
          <a:custGeom>
            <a:avLst/>
            <a:gdLst/>
            <a:ahLst/>
            <a:cxnLst/>
            <a:rect l="l" t="t" r="r" b="b"/>
            <a:pathLst>
              <a:path w="20216" h="669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9882" y="668"/>
                </a:lnTo>
                <a:cubicBezTo>
                  <a:pt x="20048" y="668"/>
                  <a:pt x="20215" y="501"/>
                  <a:pt x="20182" y="334"/>
                </a:cubicBezTo>
                <a:cubicBezTo>
                  <a:pt x="20182" y="134"/>
                  <a:pt x="20048" y="1"/>
                  <a:pt x="1988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7"/>
          <p:cNvSpPr/>
          <p:nvPr/>
        </p:nvSpPr>
        <p:spPr>
          <a:xfrm>
            <a:off x="7710453" y="2355548"/>
            <a:ext cx="529172" cy="17515"/>
          </a:xfrm>
          <a:custGeom>
            <a:avLst/>
            <a:gdLst/>
            <a:ahLst/>
            <a:cxnLst/>
            <a:rect l="l" t="t" r="r" b="b"/>
            <a:pathLst>
              <a:path w="20182" h="668" extrusionOk="0">
                <a:moveTo>
                  <a:pt x="334" y="0"/>
                </a:moveTo>
                <a:cubicBezTo>
                  <a:pt x="134" y="0"/>
                  <a:pt x="1" y="167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9882" y="668"/>
                </a:lnTo>
                <a:cubicBezTo>
                  <a:pt x="20048" y="668"/>
                  <a:pt x="20182" y="501"/>
                  <a:pt x="20182" y="334"/>
                </a:cubicBezTo>
                <a:cubicBezTo>
                  <a:pt x="20182" y="167"/>
                  <a:pt x="20048" y="0"/>
                  <a:pt x="1988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27"/>
          <p:cNvSpPr/>
          <p:nvPr/>
        </p:nvSpPr>
        <p:spPr>
          <a:xfrm>
            <a:off x="7710453" y="2757866"/>
            <a:ext cx="529172" cy="16650"/>
          </a:xfrm>
          <a:custGeom>
            <a:avLst/>
            <a:gdLst/>
            <a:ahLst/>
            <a:cxnLst/>
            <a:rect l="l" t="t" r="r" b="b"/>
            <a:pathLst>
              <a:path w="20182" h="635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5"/>
                  <a:pt x="334" y="635"/>
                </a:cubicBezTo>
                <a:lnTo>
                  <a:pt x="19882" y="635"/>
                </a:lnTo>
                <a:cubicBezTo>
                  <a:pt x="20048" y="635"/>
                  <a:pt x="20182" y="501"/>
                  <a:pt x="20182" y="334"/>
                </a:cubicBezTo>
                <a:cubicBezTo>
                  <a:pt x="20182" y="134"/>
                  <a:pt x="20048" y="1"/>
                  <a:pt x="1988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27"/>
          <p:cNvSpPr/>
          <p:nvPr/>
        </p:nvSpPr>
        <p:spPr>
          <a:xfrm>
            <a:off x="8192375" y="2143009"/>
            <a:ext cx="157451" cy="16650"/>
          </a:xfrm>
          <a:custGeom>
            <a:avLst/>
            <a:gdLst/>
            <a:ahLst/>
            <a:cxnLst/>
            <a:rect l="l" t="t" r="r" b="b"/>
            <a:pathLst>
              <a:path w="6005" h="635" extrusionOk="0">
                <a:moveTo>
                  <a:pt x="334" y="1"/>
                </a:moveTo>
                <a:cubicBezTo>
                  <a:pt x="167" y="1"/>
                  <a:pt x="1" y="134"/>
                  <a:pt x="1" y="334"/>
                </a:cubicBezTo>
                <a:cubicBezTo>
                  <a:pt x="1" y="501"/>
                  <a:pt x="167" y="634"/>
                  <a:pt x="334" y="634"/>
                </a:cubicBezTo>
                <a:lnTo>
                  <a:pt x="5671" y="634"/>
                </a:lnTo>
                <a:cubicBezTo>
                  <a:pt x="5838" y="634"/>
                  <a:pt x="6005" y="501"/>
                  <a:pt x="6005" y="334"/>
                </a:cubicBezTo>
                <a:cubicBezTo>
                  <a:pt x="6005" y="134"/>
                  <a:pt x="5838" y="1"/>
                  <a:pt x="5671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27"/>
          <p:cNvSpPr/>
          <p:nvPr/>
        </p:nvSpPr>
        <p:spPr>
          <a:xfrm>
            <a:off x="8401400" y="2143009"/>
            <a:ext cx="209944" cy="16650"/>
          </a:xfrm>
          <a:custGeom>
            <a:avLst/>
            <a:gdLst/>
            <a:ahLst/>
            <a:cxnLst/>
            <a:rect l="l" t="t" r="r" b="b"/>
            <a:pathLst>
              <a:path w="8007" h="635" extrusionOk="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4"/>
                  <a:pt x="334" y="634"/>
                </a:cubicBezTo>
                <a:lnTo>
                  <a:pt x="7673" y="634"/>
                </a:lnTo>
                <a:cubicBezTo>
                  <a:pt x="7873" y="634"/>
                  <a:pt x="8007" y="501"/>
                  <a:pt x="8007" y="334"/>
                </a:cubicBezTo>
                <a:cubicBezTo>
                  <a:pt x="8007" y="134"/>
                  <a:pt x="7873" y="1"/>
                  <a:pt x="7673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27"/>
          <p:cNvSpPr/>
          <p:nvPr/>
        </p:nvSpPr>
        <p:spPr>
          <a:xfrm>
            <a:off x="8401400" y="2220856"/>
            <a:ext cx="209944" cy="17515"/>
          </a:xfrm>
          <a:custGeom>
            <a:avLst/>
            <a:gdLst/>
            <a:ahLst/>
            <a:cxnLst/>
            <a:rect l="l" t="t" r="r" b="b"/>
            <a:pathLst>
              <a:path w="8007" h="668" extrusionOk="0">
                <a:moveTo>
                  <a:pt x="334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7673" y="668"/>
                </a:lnTo>
                <a:cubicBezTo>
                  <a:pt x="7873" y="668"/>
                  <a:pt x="8007" y="501"/>
                  <a:pt x="8007" y="334"/>
                </a:cubicBezTo>
                <a:cubicBezTo>
                  <a:pt x="8007" y="134"/>
                  <a:pt x="7873" y="0"/>
                  <a:pt x="7673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27"/>
          <p:cNvSpPr/>
          <p:nvPr/>
        </p:nvSpPr>
        <p:spPr>
          <a:xfrm>
            <a:off x="7710453" y="2860202"/>
            <a:ext cx="80495" cy="16650"/>
          </a:xfrm>
          <a:custGeom>
            <a:avLst/>
            <a:gdLst/>
            <a:ahLst/>
            <a:cxnLst/>
            <a:rect l="l" t="t" r="r" b="b"/>
            <a:pathLst>
              <a:path w="3070" h="635" extrusionOk="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4"/>
                  <a:pt x="334" y="634"/>
                </a:cubicBezTo>
                <a:lnTo>
                  <a:pt x="2736" y="634"/>
                </a:lnTo>
                <a:cubicBezTo>
                  <a:pt x="2903" y="634"/>
                  <a:pt x="3070" y="501"/>
                  <a:pt x="3070" y="301"/>
                </a:cubicBezTo>
                <a:cubicBezTo>
                  <a:pt x="3070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27"/>
          <p:cNvSpPr/>
          <p:nvPr/>
        </p:nvSpPr>
        <p:spPr>
          <a:xfrm>
            <a:off x="7710453" y="2910938"/>
            <a:ext cx="80495" cy="17515"/>
          </a:xfrm>
          <a:custGeom>
            <a:avLst/>
            <a:gdLst/>
            <a:ahLst/>
            <a:cxnLst/>
            <a:rect l="l" t="t" r="r" b="b"/>
            <a:pathLst>
              <a:path w="3070" h="668" extrusionOk="0">
                <a:moveTo>
                  <a:pt x="334" y="0"/>
                </a:moveTo>
                <a:cubicBezTo>
                  <a:pt x="134" y="0"/>
                  <a:pt x="1" y="167"/>
                  <a:pt x="1" y="334"/>
                </a:cubicBezTo>
                <a:cubicBezTo>
                  <a:pt x="1" y="501"/>
                  <a:pt x="134" y="667"/>
                  <a:pt x="334" y="667"/>
                </a:cubicBezTo>
                <a:lnTo>
                  <a:pt x="2736" y="667"/>
                </a:lnTo>
                <a:cubicBezTo>
                  <a:pt x="2903" y="667"/>
                  <a:pt x="3070" y="501"/>
                  <a:pt x="3070" y="334"/>
                </a:cubicBezTo>
                <a:cubicBezTo>
                  <a:pt x="3070" y="167"/>
                  <a:pt x="2903" y="0"/>
                  <a:pt x="2736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27"/>
          <p:cNvSpPr/>
          <p:nvPr/>
        </p:nvSpPr>
        <p:spPr>
          <a:xfrm>
            <a:off x="7811924" y="2910938"/>
            <a:ext cx="492438" cy="17515"/>
          </a:xfrm>
          <a:custGeom>
            <a:avLst/>
            <a:gdLst/>
            <a:ahLst/>
            <a:cxnLst/>
            <a:rect l="l" t="t" r="r" b="b"/>
            <a:pathLst>
              <a:path w="18781" h="668" extrusionOk="0">
                <a:moveTo>
                  <a:pt x="300" y="0"/>
                </a:moveTo>
                <a:cubicBezTo>
                  <a:pt x="134" y="0"/>
                  <a:pt x="0" y="167"/>
                  <a:pt x="0" y="334"/>
                </a:cubicBezTo>
                <a:cubicBezTo>
                  <a:pt x="0" y="501"/>
                  <a:pt x="134" y="667"/>
                  <a:pt x="300" y="667"/>
                </a:cubicBezTo>
                <a:lnTo>
                  <a:pt x="18447" y="667"/>
                </a:lnTo>
                <a:cubicBezTo>
                  <a:pt x="18647" y="667"/>
                  <a:pt x="18780" y="501"/>
                  <a:pt x="18780" y="334"/>
                </a:cubicBezTo>
                <a:cubicBezTo>
                  <a:pt x="18780" y="167"/>
                  <a:pt x="18647" y="0"/>
                  <a:pt x="18447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27"/>
          <p:cNvSpPr/>
          <p:nvPr/>
        </p:nvSpPr>
        <p:spPr>
          <a:xfrm>
            <a:off x="7834656" y="2860202"/>
            <a:ext cx="79604" cy="16650"/>
          </a:xfrm>
          <a:custGeom>
            <a:avLst/>
            <a:gdLst/>
            <a:ahLst/>
            <a:cxnLst/>
            <a:rect l="l" t="t" r="r" b="b"/>
            <a:pathLst>
              <a:path w="3036" h="635" extrusionOk="0">
                <a:moveTo>
                  <a:pt x="301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4"/>
                  <a:pt x="301" y="634"/>
                </a:cubicBezTo>
                <a:lnTo>
                  <a:pt x="2736" y="634"/>
                </a:lnTo>
                <a:cubicBezTo>
                  <a:pt x="2903" y="634"/>
                  <a:pt x="3036" y="501"/>
                  <a:pt x="3036" y="301"/>
                </a:cubicBezTo>
                <a:cubicBezTo>
                  <a:pt x="3036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7"/>
          <p:cNvSpPr/>
          <p:nvPr/>
        </p:nvSpPr>
        <p:spPr>
          <a:xfrm>
            <a:off x="7957969" y="2860202"/>
            <a:ext cx="80495" cy="16650"/>
          </a:xfrm>
          <a:custGeom>
            <a:avLst/>
            <a:gdLst/>
            <a:ahLst/>
            <a:cxnLst/>
            <a:rect l="l" t="t" r="r" b="b"/>
            <a:pathLst>
              <a:path w="3070" h="635" extrusionOk="0">
                <a:moveTo>
                  <a:pt x="334" y="1"/>
                </a:moveTo>
                <a:cubicBezTo>
                  <a:pt x="168" y="1"/>
                  <a:pt x="1" y="134"/>
                  <a:pt x="1" y="301"/>
                </a:cubicBezTo>
                <a:cubicBezTo>
                  <a:pt x="1" y="501"/>
                  <a:pt x="168" y="634"/>
                  <a:pt x="334" y="634"/>
                </a:cubicBezTo>
                <a:lnTo>
                  <a:pt x="2736" y="634"/>
                </a:lnTo>
                <a:cubicBezTo>
                  <a:pt x="2936" y="634"/>
                  <a:pt x="3070" y="501"/>
                  <a:pt x="3070" y="301"/>
                </a:cubicBezTo>
                <a:cubicBezTo>
                  <a:pt x="3070" y="134"/>
                  <a:pt x="2936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27"/>
          <p:cNvSpPr/>
          <p:nvPr/>
        </p:nvSpPr>
        <p:spPr>
          <a:xfrm>
            <a:off x="8082172" y="2860202"/>
            <a:ext cx="79630" cy="16650"/>
          </a:xfrm>
          <a:custGeom>
            <a:avLst/>
            <a:gdLst/>
            <a:ahLst/>
            <a:cxnLst/>
            <a:rect l="l" t="t" r="r" b="b"/>
            <a:pathLst>
              <a:path w="3037" h="635" extrusionOk="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4"/>
                  <a:pt x="334" y="634"/>
                </a:cubicBezTo>
                <a:lnTo>
                  <a:pt x="2736" y="634"/>
                </a:lnTo>
                <a:cubicBezTo>
                  <a:pt x="2903" y="634"/>
                  <a:pt x="3036" y="501"/>
                  <a:pt x="3036" y="301"/>
                </a:cubicBezTo>
                <a:cubicBezTo>
                  <a:pt x="3036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27"/>
          <p:cNvSpPr/>
          <p:nvPr/>
        </p:nvSpPr>
        <p:spPr>
          <a:xfrm>
            <a:off x="8206376" y="2860202"/>
            <a:ext cx="79604" cy="16650"/>
          </a:xfrm>
          <a:custGeom>
            <a:avLst/>
            <a:gdLst/>
            <a:ahLst/>
            <a:cxnLst/>
            <a:rect l="l" t="t" r="r" b="b"/>
            <a:pathLst>
              <a:path w="3036" h="635" extrusionOk="0">
                <a:moveTo>
                  <a:pt x="300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4"/>
                  <a:pt x="300" y="634"/>
                </a:cubicBezTo>
                <a:lnTo>
                  <a:pt x="2702" y="634"/>
                </a:lnTo>
                <a:cubicBezTo>
                  <a:pt x="2902" y="634"/>
                  <a:pt x="3036" y="501"/>
                  <a:pt x="3036" y="301"/>
                </a:cubicBezTo>
                <a:cubicBezTo>
                  <a:pt x="3036" y="134"/>
                  <a:pt x="2902" y="1"/>
                  <a:pt x="2702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27"/>
          <p:cNvSpPr/>
          <p:nvPr/>
        </p:nvSpPr>
        <p:spPr>
          <a:xfrm>
            <a:off x="8329688" y="2860202"/>
            <a:ext cx="80495" cy="16650"/>
          </a:xfrm>
          <a:custGeom>
            <a:avLst/>
            <a:gdLst/>
            <a:ahLst/>
            <a:cxnLst/>
            <a:rect l="l" t="t" r="r" b="b"/>
            <a:pathLst>
              <a:path w="3070" h="635" extrusionOk="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4"/>
                  <a:pt x="334" y="634"/>
                </a:cubicBezTo>
                <a:lnTo>
                  <a:pt x="2736" y="634"/>
                </a:lnTo>
                <a:cubicBezTo>
                  <a:pt x="2903" y="634"/>
                  <a:pt x="3069" y="501"/>
                  <a:pt x="3069" y="301"/>
                </a:cubicBezTo>
                <a:cubicBezTo>
                  <a:pt x="3069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27"/>
          <p:cNvSpPr/>
          <p:nvPr/>
        </p:nvSpPr>
        <p:spPr>
          <a:xfrm>
            <a:off x="8453892" y="2860202"/>
            <a:ext cx="54249" cy="16650"/>
          </a:xfrm>
          <a:custGeom>
            <a:avLst/>
            <a:gdLst/>
            <a:ahLst/>
            <a:cxnLst/>
            <a:rect l="l" t="t" r="r" b="b"/>
            <a:pathLst>
              <a:path w="2069" h="635" extrusionOk="0">
                <a:moveTo>
                  <a:pt x="301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4"/>
                  <a:pt x="301" y="634"/>
                </a:cubicBezTo>
                <a:lnTo>
                  <a:pt x="1768" y="634"/>
                </a:lnTo>
                <a:cubicBezTo>
                  <a:pt x="1935" y="634"/>
                  <a:pt x="2068" y="501"/>
                  <a:pt x="2068" y="301"/>
                </a:cubicBezTo>
                <a:cubicBezTo>
                  <a:pt x="2068" y="134"/>
                  <a:pt x="1935" y="1"/>
                  <a:pt x="1768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27"/>
          <p:cNvSpPr/>
          <p:nvPr/>
        </p:nvSpPr>
        <p:spPr>
          <a:xfrm>
            <a:off x="8287710" y="826690"/>
            <a:ext cx="856293" cy="784581"/>
          </a:xfrm>
          <a:custGeom>
            <a:avLst/>
            <a:gdLst/>
            <a:ahLst/>
            <a:cxnLst/>
            <a:rect l="l" t="t" r="r" b="b"/>
            <a:pathLst>
              <a:path w="32658" h="29923" extrusionOk="0">
                <a:moveTo>
                  <a:pt x="1335" y="1"/>
                </a:moveTo>
                <a:cubicBezTo>
                  <a:pt x="601" y="1"/>
                  <a:pt x="0" y="601"/>
                  <a:pt x="0" y="1302"/>
                </a:cubicBezTo>
                <a:lnTo>
                  <a:pt x="0" y="28621"/>
                </a:lnTo>
                <a:cubicBezTo>
                  <a:pt x="0" y="29355"/>
                  <a:pt x="601" y="29922"/>
                  <a:pt x="1335" y="29922"/>
                </a:cubicBezTo>
                <a:lnTo>
                  <a:pt x="31356" y="29922"/>
                </a:lnTo>
                <a:cubicBezTo>
                  <a:pt x="32090" y="29922"/>
                  <a:pt x="32657" y="29355"/>
                  <a:pt x="32657" y="28621"/>
                </a:cubicBezTo>
                <a:lnTo>
                  <a:pt x="32657" y="1302"/>
                </a:lnTo>
                <a:cubicBezTo>
                  <a:pt x="32657" y="601"/>
                  <a:pt x="32090" y="1"/>
                  <a:pt x="31356" y="1"/>
                </a:cubicBezTo>
                <a:close/>
              </a:path>
            </a:pathLst>
          </a:custGeom>
          <a:solidFill>
            <a:srgbClr val="B8B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27"/>
          <p:cNvSpPr/>
          <p:nvPr/>
        </p:nvSpPr>
        <p:spPr>
          <a:xfrm>
            <a:off x="8287710" y="819716"/>
            <a:ext cx="856293" cy="39382"/>
          </a:xfrm>
          <a:custGeom>
            <a:avLst/>
            <a:gdLst/>
            <a:ahLst/>
            <a:cxnLst/>
            <a:rect l="l" t="t" r="r" b="b"/>
            <a:pathLst>
              <a:path w="32658" h="1502" extrusionOk="0">
                <a:moveTo>
                  <a:pt x="1268" y="0"/>
                </a:moveTo>
                <a:cubicBezTo>
                  <a:pt x="568" y="0"/>
                  <a:pt x="0" y="567"/>
                  <a:pt x="0" y="1234"/>
                </a:cubicBezTo>
                <a:lnTo>
                  <a:pt x="0" y="1501"/>
                </a:lnTo>
                <a:cubicBezTo>
                  <a:pt x="0" y="834"/>
                  <a:pt x="568" y="267"/>
                  <a:pt x="1268" y="267"/>
                </a:cubicBezTo>
                <a:lnTo>
                  <a:pt x="31423" y="267"/>
                </a:lnTo>
                <a:cubicBezTo>
                  <a:pt x="32123" y="267"/>
                  <a:pt x="32657" y="834"/>
                  <a:pt x="32657" y="1501"/>
                </a:cubicBezTo>
                <a:lnTo>
                  <a:pt x="32657" y="1234"/>
                </a:lnTo>
                <a:cubicBezTo>
                  <a:pt x="32657" y="567"/>
                  <a:pt x="32123" y="0"/>
                  <a:pt x="31423" y="0"/>
                </a:cubicBezTo>
                <a:close/>
              </a:path>
            </a:pathLst>
          </a:custGeom>
          <a:solidFill>
            <a:srgbClr val="00A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7"/>
          <p:cNvSpPr/>
          <p:nvPr/>
        </p:nvSpPr>
        <p:spPr>
          <a:xfrm>
            <a:off x="8287710" y="826690"/>
            <a:ext cx="856293" cy="120743"/>
          </a:xfrm>
          <a:custGeom>
            <a:avLst/>
            <a:gdLst/>
            <a:ahLst/>
            <a:cxnLst/>
            <a:rect l="l" t="t" r="r" b="b"/>
            <a:pathLst>
              <a:path w="32658" h="4605" extrusionOk="0">
                <a:moveTo>
                  <a:pt x="1268" y="1"/>
                </a:moveTo>
                <a:cubicBezTo>
                  <a:pt x="568" y="1"/>
                  <a:pt x="0" y="568"/>
                  <a:pt x="0" y="1235"/>
                </a:cubicBezTo>
                <a:lnTo>
                  <a:pt x="0" y="4604"/>
                </a:lnTo>
                <a:lnTo>
                  <a:pt x="32657" y="4604"/>
                </a:lnTo>
                <a:lnTo>
                  <a:pt x="32657" y="1235"/>
                </a:lnTo>
                <a:cubicBezTo>
                  <a:pt x="32657" y="568"/>
                  <a:pt x="32123" y="1"/>
                  <a:pt x="31423" y="1"/>
                </a:cubicBezTo>
                <a:close/>
              </a:path>
            </a:pathLst>
          </a:custGeom>
          <a:solidFill>
            <a:srgbClr val="469A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27"/>
          <p:cNvSpPr/>
          <p:nvPr/>
        </p:nvSpPr>
        <p:spPr>
          <a:xfrm>
            <a:off x="8334932" y="983249"/>
            <a:ext cx="765336" cy="588665"/>
          </a:xfrm>
          <a:custGeom>
            <a:avLst/>
            <a:gdLst/>
            <a:ahLst/>
            <a:cxnLst/>
            <a:rect l="l" t="t" r="r" b="b"/>
            <a:pathLst>
              <a:path w="29189" h="22451" extrusionOk="0">
                <a:moveTo>
                  <a:pt x="28188" y="22450"/>
                </a:moveTo>
                <a:lnTo>
                  <a:pt x="1001" y="22450"/>
                </a:lnTo>
                <a:cubicBezTo>
                  <a:pt x="434" y="22450"/>
                  <a:pt x="1" y="22017"/>
                  <a:pt x="1" y="21450"/>
                </a:cubicBezTo>
                <a:lnTo>
                  <a:pt x="1" y="1002"/>
                </a:lnTo>
                <a:cubicBezTo>
                  <a:pt x="1" y="468"/>
                  <a:pt x="434" y="1"/>
                  <a:pt x="1001" y="1"/>
                </a:cubicBezTo>
                <a:lnTo>
                  <a:pt x="28188" y="1"/>
                </a:lnTo>
                <a:cubicBezTo>
                  <a:pt x="28755" y="1"/>
                  <a:pt x="29188" y="468"/>
                  <a:pt x="29188" y="1002"/>
                </a:cubicBezTo>
                <a:lnTo>
                  <a:pt x="29188" y="21450"/>
                </a:lnTo>
                <a:cubicBezTo>
                  <a:pt x="29188" y="22017"/>
                  <a:pt x="28755" y="22450"/>
                  <a:pt x="28188" y="22450"/>
                </a:cubicBezTo>
                <a:close/>
              </a:path>
            </a:pathLst>
          </a:custGeom>
          <a:solidFill>
            <a:srgbClr val="2408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27"/>
          <p:cNvSpPr/>
          <p:nvPr/>
        </p:nvSpPr>
        <p:spPr>
          <a:xfrm>
            <a:off x="8371666" y="1116211"/>
            <a:ext cx="544039" cy="13136"/>
          </a:xfrm>
          <a:custGeom>
            <a:avLst/>
            <a:gdLst/>
            <a:ahLst/>
            <a:cxnLst/>
            <a:rect l="l" t="t" r="r" b="b"/>
            <a:pathLst>
              <a:path w="20749" h="501" extrusionOk="0">
                <a:moveTo>
                  <a:pt x="234" y="0"/>
                </a:moveTo>
                <a:cubicBezTo>
                  <a:pt x="101" y="0"/>
                  <a:pt x="1" y="134"/>
                  <a:pt x="1" y="267"/>
                </a:cubicBezTo>
                <a:cubicBezTo>
                  <a:pt x="1" y="401"/>
                  <a:pt x="101" y="501"/>
                  <a:pt x="234" y="501"/>
                </a:cubicBezTo>
                <a:lnTo>
                  <a:pt x="20482" y="501"/>
                </a:lnTo>
                <a:cubicBezTo>
                  <a:pt x="20615" y="501"/>
                  <a:pt x="20749" y="401"/>
                  <a:pt x="20716" y="267"/>
                </a:cubicBezTo>
                <a:cubicBezTo>
                  <a:pt x="20716" y="134"/>
                  <a:pt x="20615" y="0"/>
                  <a:pt x="20482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27"/>
          <p:cNvSpPr/>
          <p:nvPr/>
        </p:nvSpPr>
        <p:spPr>
          <a:xfrm>
            <a:off x="8948924" y="1116211"/>
            <a:ext cx="52492" cy="13136"/>
          </a:xfrm>
          <a:custGeom>
            <a:avLst/>
            <a:gdLst/>
            <a:ahLst/>
            <a:cxnLst/>
            <a:rect l="l" t="t" r="r" b="b"/>
            <a:pathLst>
              <a:path w="2002" h="501" extrusionOk="0">
                <a:moveTo>
                  <a:pt x="234" y="0"/>
                </a:moveTo>
                <a:cubicBezTo>
                  <a:pt x="101" y="0"/>
                  <a:pt x="0" y="134"/>
                  <a:pt x="0" y="267"/>
                </a:cubicBezTo>
                <a:cubicBezTo>
                  <a:pt x="0" y="401"/>
                  <a:pt x="101" y="501"/>
                  <a:pt x="234" y="501"/>
                </a:cubicBezTo>
                <a:lnTo>
                  <a:pt x="1735" y="501"/>
                </a:lnTo>
                <a:cubicBezTo>
                  <a:pt x="1868" y="501"/>
                  <a:pt x="2002" y="401"/>
                  <a:pt x="2002" y="267"/>
                </a:cubicBezTo>
                <a:cubicBezTo>
                  <a:pt x="2002" y="134"/>
                  <a:pt x="1868" y="0"/>
                  <a:pt x="1735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27"/>
          <p:cNvSpPr/>
          <p:nvPr/>
        </p:nvSpPr>
        <p:spPr>
          <a:xfrm>
            <a:off x="9021527" y="1116211"/>
            <a:ext cx="42004" cy="13136"/>
          </a:xfrm>
          <a:custGeom>
            <a:avLst/>
            <a:gdLst/>
            <a:ahLst/>
            <a:cxnLst/>
            <a:rect l="l" t="t" r="r" b="b"/>
            <a:pathLst>
              <a:path w="1602" h="501" extrusionOk="0">
                <a:moveTo>
                  <a:pt x="234" y="0"/>
                </a:moveTo>
                <a:cubicBezTo>
                  <a:pt x="100" y="0"/>
                  <a:pt x="0" y="134"/>
                  <a:pt x="0" y="267"/>
                </a:cubicBezTo>
                <a:cubicBezTo>
                  <a:pt x="0" y="401"/>
                  <a:pt x="100" y="501"/>
                  <a:pt x="234" y="501"/>
                </a:cubicBezTo>
                <a:lnTo>
                  <a:pt x="1368" y="501"/>
                </a:lnTo>
                <a:cubicBezTo>
                  <a:pt x="1501" y="501"/>
                  <a:pt x="1601" y="401"/>
                  <a:pt x="1601" y="267"/>
                </a:cubicBezTo>
                <a:cubicBezTo>
                  <a:pt x="1601" y="134"/>
                  <a:pt x="1501" y="0"/>
                  <a:pt x="1368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27"/>
          <p:cNvSpPr/>
          <p:nvPr/>
        </p:nvSpPr>
        <p:spPr>
          <a:xfrm>
            <a:off x="8371666" y="1176543"/>
            <a:ext cx="311389" cy="13162"/>
          </a:xfrm>
          <a:custGeom>
            <a:avLst/>
            <a:gdLst/>
            <a:ahLst/>
            <a:cxnLst/>
            <a:rect l="l" t="t" r="r" b="b"/>
            <a:pathLst>
              <a:path w="11876" h="502" extrusionOk="0">
                <a:moveTo>
                  <a:pt x="234" y="1"/>
                </a:moveTo>
                <a:cubicBezTo>
                  <a:pt x="101" y="1"/>
                  <a:pt x="1" y="134"/>
                  <a:pt x="1" y="268"/>
                </a:cubicBezTo>
                <a:cubicBezTo>
                  <a:pt x="1" y="401"/>
                  <a:pt x="101" y="501"/>
                  <a:pt x="234" y="501"/>
                </a:cubicBezTo>
                <a:lnTo>
                  <a:pt x="11609" y="501"/>
                </a:lnTo>
                <a:cubicBezTo>
                  <a:pt x="11742" y="501"/>
                  <a:pt x="11876" y="401"/>
                  <a:pt x="11876" y="268"/>
                </a:cubicBezTo>
                <a:cubicBezTo>
                  <a:pt x="11876" y="134"/>
                  <a:pt x="11742" y="1"/>
                  <a:pt x="11609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27"/>
          <p:cNvSpPr/>
          <p:nvPr/>
        </p:nvSpPr>
        <p:spPr>
          <a:xfrm>
            <a:off x="8687406" y="1176543"/>
            <a:ext cx="98876" cy="13162"/>
          </a:xfrm>
          <a:custGeom>
            <a:avLst/>
            <a:gdLst/>
            <a:ahLst/>
            <a:cxnLst/>
            <a:rect l="l" t="t" r="r" b="b"/>
            <a:pathLst>
              <a:path w="3771" h="502" extrusionOk="0">
                <a:moveTo>
                  <a:pt x="268" y="1"/>
                </a:moveTo>
                <a:cubicBezTo>
                  <a:pt x="134" y="1"/>
                  <a:pt x="1" y="134"/>
                  <a:pt x="1" y="268"/>
                </a:cubicBezTo>
                <a:cubicBezTo>
                  <a:pt x="1" y="401"/>
                  <a:pt x="134" y="501"/>
                  <a:pt x="268" y="501"/>
                </a:cubicBezTo>
                <a:lnTo>
                  <a:pt x="3537" y="501"/>
                </a:lnTo>
                <a:cubicBezTo>
                  <a:pt x="3670" y="501"/>
                  <a:pt x="3770" y="401"/>
                  <a:pt x="3770" y="268"/>
                </a:cubicBezTo>
                <a:cubicBezTo>
                  <a:pt x="3770" y="134"/>
                  <a:pt x="3670" y="1"/>
                  <a:pt x="3537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27"/>
          <p:cNvSpPr/>
          <p:nvPr/>
        </p:nvSpPr>
        <p:spPr>
          <a:xfrm>
            <a:off x="8720653" y="1211546"/>
            <a:ext cx="65629" cy="12271"/>
          </a:xfrm>
          <a:custGeom>
            <a:avLst/>
            <a:gdLst/>
            <a:ahLst/>
            <a:cxnLst/>
            <a:rect l="l" t="t" r="r" b="b"/>
            <a:pathLst>
              <a:path w="2503" h="468" extrusionOk="0">
                <a:moveTo>
                  <a:pt x="234" y="0"/>
                </a:moveTo>
                <a:cubicBezTo>
                  <a:pt x="100" y="0"/>
                  <a:pt x="0" y="100"/>
                  <a:pt x="0" y="234"/>
                </a:cubicBezTo>
                <a:cubicBezTo>
                  <a:pt x="0" y="367"/>
                  <a:pt x="100" y="467"/>
                  <a:pt x="234" y="467"/>
                </a:cubicBezTo>
                <a:lnTo>
                  <a:pt x="2269" y="467"/>
                </a:lnTo>
                <a:cubicBezTo>
                  <a:pt x="2402" y="467"/>
                  <a:pt x="2502" y="367"/>
                  <a:pt x="2502" y="234"/>
                </a:cubicBezTo>
                <a:cubicBezTo>
                  <a:pt x="2502" y="100"/>
                  <a:pt x="2402" y="0"/>
                  <a:pt x="2269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27"/>
          <p:cNvSpPr/>
          <p:nvPr/>
        </p:nvSpPr>
        <p:spPr>
          <a:xfrm>
            <a:off x="8688298" y="1211546"/>
            <a:ext cx="19245" cy="12271"/>
          </a:xfrm>
          <a:custGeom>
            <a:avLst/>
            <a:gdLst/>
            <a:ahLst/>
            <a:cxnLst/>
            <a:rect l="l" t="t" r="r" b="b"/>
            <a:pathLst>
              <a:path w="734" h="468" extrusionOk="0">
                <a:moveTo>
                  <a:pt x="234" y="0"/>
                </a:moveTo>
                <a:cubicBezTo>
                  <a:pt x="100" y="0"/>
                  <a:pt x="0" y="100"/>
                  <a:pt x="0" y="234"/>
                </a:cubicBezTo>
                <a:cubicBezTo>
                  <a:pt x="0" y="367"/>
                  <a:pt x="100" y="467"/>
                  <a:pt x="234" y="467"/>
                </a:cubicBezTo>
                <a:lnTo>
                  <a:pt x="467" y="467"/>
                </a:lnTo>
                <a:cubicBezTo>
                  <a:pt x="600" y="467"/>
                  <a:pt x="734" y="367"/>
                  <a:pt x="734" y="234"/>
                </a:cubicBezTo>
                <a:cubicBezTo>
                  <a:pt x="734" y="100"/>
                  <a:pt x="600" y="0"/>
                  <a:pt x="467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27"/>
          <p:cNvSpPr/>
          <p:nvPr/>
        </p:nvSpPr>
        <p:spPr>
          <a:xfrm>
            <a:off x="8610451" y="1211546"/>
            <a:ext cx="59493" cy="12271"/>
          </a:xfrm>
          <a:custGeom>
            <a:avLst/>
            <a:gdLst/>
            <a:ahLst/>
            <a:cxnLst/>
            <a:rect l="l" t="t" r="r" b="b"/>
            <a:pathLst>
              <a:path w="2269" h="468" extrusionOk="0">
                <a:moveTo>
                  <a:pt x="234" y="0"/>
                </a:moveTo>
                <a:cubicBezTo>
                  <a:pt x="100" y="0"/>
                  <a:pt x="0" y="100"/>
                  <a:pt x="0" y="234"/>
                </a:cubicBezTo>
                <a:cubicBezTo>
                  <a:pt x="0" y="367"/>
                  <a:pt x="100" y="467"/>
                  <a:pt x="234" y="467"/>
                </a:cubicBezTo>
                <a:lnTo>
                  <a:pt x="2035" y="467"/>
                </a:lnTo>
                <a:cubicBezTo>
                  <a:pt x="2168" y="467"/>
                  <a:pt x="2269" y="367"/>
                  <a:pt x="2269" y="234"/>
                </a:cubicBezTo>
                <a:cubicBezTo>
                  <a:pt x="2269" y="100"/>
                  <a:pt x="2168" y="0"/>
                  <a:pt x="2035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27"/>
          <p:cNvSpPr/>
          <p:nvPr/>
        </p:nvSpPr>
        <p:spPr>
          <a:xfrm>
            <a:off x="8526469" y="1211546"/>
            <a:ext cx="59519" cy="12271"/>
          </a:xfrm>
          <a:custGeom>
            <a:avLst/>
            <a:gdLst/>
            <a:ahLst/>
            <a:cxnLst/>
            <a:rect l="l" t="t" r="r" b="b"/>
            <a:pathLst>
              <a:path w="2270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2036" y="467"/>
                </a:lnTo>
                <a:cubicBezTo>
                  <a:pt x="2169" y="467"/>
                  <a:pt x="2269" y="367"/>
                  <a:pt x="2269" y="234"/>
                </a:cubicBezTo>
                <a:cubicBezTo>
                  <a:pt x="2269" y="100"/>
                  <a:pt x="2169" y="0"/>
                  <a:pt x="2036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27"/>
          <p:cNvSpPr/>
          <p:nvPr/>
        </p:nvSpPr>
        <p:spPr>
          <a:xfrm>
            <a:off x="8442513" y="1211546"/>
            <a:ext cx="59493" cy="12271"/>
          </a:xfrm>
          <a:custGeom>
            <a:avLst/>
            <a:gdLst/>
            <a:ahLst/>
            <a:cxnLst/>
            <a:rect l="l" t="t" r="r" b="b"/>
            <a:pathLst>
              <a:path w="2269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2035" y="467"/>
                </a:lnTo>
                <a:cubicBezTo>
                  <a:pt x="2169" y="467"/>
                  <a:pt x="2269" y="367"/>
                  <a:pt x="2269" y="234"/>
                </a:cubicBezTo>
                <a:cubicBezTo>
                  <a:pt x="2269" y="100"/>
                  <a:pt x="2169" y="0"/>
                  <a:pt x="2035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27"/>
          <p:cNvSpPr/>
          <p:nvPr/>
        </p:nvSpPr>
        <p:spPr>
          <a:xfrm>
            <a:off x="8442513" y="1253524"/>
            <a:ext cx="504683" cy="12271"/>
          </a:xfrm>
          <a:custGeom>
            <a:avLst/>
            <a:gdLst/>
            <a:ahLst/>
            <a:cxnLst/>
            <a:rect l="l" t="t" r="r" b="b"/>
            <a:pathLst>
              <a:path w="19248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19014" y="467"/>
                </a:lnTo>
                <a:cubicBezTo>
                  <a:pt x="19148" y="467"/>
                  <a:pt x="19248" y="367"/>
                  <a:pt x="19248" y="234"/>
                </a:cubicBezTo>
                <a:cubicBezTo>
                  <a:pt x="19248" y="100"/>
                  <a:pt x="19148" y="0"/>
                  <a:pt x="1901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27"/>
          <p:cNvSpPr/>
          <p:nvPr/>
        </p:nvSpPr>
        <p:spPr>
          <a:xfrm>
            <a:off x="8371666" y="1211546"/>
            <a:ext cx="29760" cy="12271"/>
          </a:xfrm>
          <a:custGeom>
            <a:avLst/>
            <a:gdLst/>
            <a:ahLst/>
            <a:cxnLst/>
            <a:rect l="l" t="t" r="r" b="b"/>
            <a:pathLst>
              <a:path w="1135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868" y="467"/>
                </a:lnTo>
                <a:cubicBezTo>
                  <a:pt x="1035" y="467"/>
                  <a:pt x="1135" y="367"/>
                  <a:pt x="1135" y="234"/>
                </a:cubicBezTo>
                <a:cubicBezTo>
                  <a:pt x="1135" y="100"/>
                  <a:pt x="1035" y="0"/>
                  <a:pt x="8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27"/>
          <p:cNvSpPr/>
          <p:nvPr/>
        </p:nvSpPr>
        <p:spPr>
          <a:xfrm>
            <a:off x="8371666" y="1253524"/>
            <a:ext cx="29760" cy="12271"/>
          </a:xfrm>
          <a:custGeom>
            <a:avLst/>
            <a:gdLst/>
            <a:ahLst/>
            <a:cxnLst/>
            <a:rect l="l" t="t" r="r" b="b"/>
            <a:pathLst>
              <a:path w="1135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868" y="467"/>
                </a:lnTo>
                <a:cubicBezTo>
                  <a:pt x="1035" y="467"/>
                  <a:pt x="1135" y="367"/>
                  <a:pt x="1135" y="234"/>
                </a:cubicBezTo>
                <a:cubicBezTo>
                  <a:pt x="1135" y="100"/>
                  <a:pt x="1035" y="0"/>
                  <a:pt x="8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27"/>
          <p:cNvSpPr/>
          <p:nvPr/>
        </p:nvSpPr>
        <p:spPr>
          <a:xfrm>
            <a:off x="8371666" y="1295502"/>
            <a:ext cx="29760" cy="12271"/>
          </a:xfrm>
          <a:custGeom>
            <a:avLst/>
            <a:gdLst/>
            <a:ahLst/>
            <a:cxnLst/>
            <a:rect l="l" t="t" r="r" b="b"/>
            <a:pathLst>
              <a:path w="1135" h="468" extrusionOk="0">
                <a:moveTo>
                  <a:pt x="234" y="0"/>
                </a:moveTo>
                <a:cubicBezTo>
                  <a:pt x="101" y="0"/>
                  <a:pt x="1" y="101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868" y="467"/>
                </a:lnTo>
                <a:cubicBezTo>
                  <a:pt x="1035" y="467"/>
                  <a:pt x="1135" y="367"/>
                  <a:pt x="1135" y="234"/>
                </a:cubicBezTo>
                <a:cubicBezTo>
                  <a:pt x="1135" y="101"/>
                  <a:pt x="1035" y="0"/>
                  <a:pt x="8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27"/>
          <p:cNvSpPr/>
          <p:nvPr/>
        </p:nvSpPr>
        <p:spPr>
          <a:xfrm>
            <a:off x="8977792" y="1253524"/>
            <a:ext cx="74360" cy="12271"/>
          </a:xfrm>
          <a:custGeom>
            <a:avLst/>
            <a:gdLst/>
            <a:ahLst/>
            <a:cxnLst/>
            <a:rect l="l" t="t" r="r" b="b"/>
            <a:pathLst>
              <a:path w="2836" h="468" extrusionOk="0">
                <a:moveTo>
                  <a:pt x="267" y="0"/>
                </a:moveTo>
                <a:cubicBezTo>
                  <a:pt x="134" y="0"/>
                  <a:pt x="0" y="100"/>
                  <a:pt x="0" y="234"/>
                </a:cubicBezTo>
                <a:cubicBezTo>
                  <a:pt x="0" y="367"/>
                  <a:pt x="134" y="467"/>
                  <a:pt x="267" y="467"/>
                </a:cubicBezTo>
                <a:lnTo>
                  <a:pt x="2602" y="467"/>
                </a:lnTo>
                <a:cubicBezTo>
                  <a:pt x="2736" y="467"/>
                  <a:pt x="2836" y="367"/>
                  <a:pt x="2836" y="234"/>
                </a:cubicBezTo>
                <a:cubicBezTo>
                  <a:pt x="2836" y="100"/>
                  <a:pt x="2736" y="0"/>
                  <a:pt x="26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7"/>
          <p:cNvSpPr/>
          <p:nvPr/>
        </p:nvSpPr>
        <p:spPr>
          <a:xfrm>
            <a:off x="8440756" y="1295502"/>
            <a:ext cx="213457" cy="12271"/>
          </a:xfrm>
          <a:custGeom>
            <a:avLst/>
            <a:gdLst/>
            <a:ahLst/>
            <a:cxnLst/>
            <a:rect l="l" t="t" r="r" b="b"/>
            <a:pathLst>
              <a:path w="8141" h="468" extrusionOk="0">
                <a:moveTo>
                  <a:pt x="234" y="0"/>
                </a:moveTo>
                <a:cubicBezTo>
                  <a:pt x="101" y="0"/>
                  <a:pt x="1" y="101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7873" y="467"/>
                </a:lnTo>
                <a:cubicBezTo>
                  <a:pt x="8007" y="467"/>
                  <a:pt x="8140" y="367"/>
                  <a:pt x="8140" y="234"/>
                </a:cubicBezTo>
                <a:cubicBezTo>
                  <a:pt x="8140" y="101"/>
                  <a:pt x="8007" y="0"/>
                  <a:pt x="787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27"/>
          <p:cNvSpPr/>
          <p:nvPr/>
        </p:nvSpPr>
        <p:spPr>
          <a:xfrm>
            <a:off x="8720653" y="1349725"/>
            <a:ext cx="240542" cy="13136"/>
          </a:xfrm>
          <a:custGeom>
            <a:avLst/>
            <a:gdLst/>
            <a:ahLst/>
            <a:cxnLst/>
            <a:rect l="l" t="t" r="r" b="b"/>
            <a:pathLst>
              <a:path w="9174" h="501" extrusionOk="0">
                <a:moveTo>
                  <a:pt x="234" y="1"/>
                </a:moveTo>
                <a:cubicBezTo>
                  <a:pt x="100" y="1"/>
                  <a:pt x="0" y="134"/>
                  <a:pt x="0" y="267"/>
                </a:cubicBezTo>
                <a:cubicBezTo>
                  <a:pt x="0" y="401"/>
                  <a:pt x="100" y="501"/>
                  <a:pt x="234" y="501"/>
                </a:cubicBezTo>
                <a:lnTo>
                  <a:pt x="8940" y="501"/>
                </a:lnTo>
                <a:cubicBezTo>
                  <a:pt x="9073" y="501"/>
                  <a:pt x="9173" y="401"/>
                  <a:pt x="9173" y="267"/>
                </a:cubicBezTo>
                <a:cubicBezTo>
                  <a:pt x="9173" y="134"/>
                  <a:pt x="9073" y="1"/>
                  <a:pt x="89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27"/>
          <p:cNvSpPr/>
          <p:nvPr/>
        </p:nvSpPr>
        <p:spPr>
          <a:xfrm>
            <a:off x="8882456" y="1320857"/>
            <a:ext cx="78739" cy="13162"/>
          </a:xfrm>
          <a:custGeom>
            <a:avLst/>
            <a:gdLst/>
            <a:ahLst/>
            <a:cxnLst/>
            <a:rect l="l" t="t" r="r" b="b"/>
            <a:pathLst>
              <a:path w="3003" h="502" extrusionOk="0">
                <a:moveTo>
                  <a:pt x="267" y="1"/>
                </a:moveTo>
                <a:cubicBezTo>
                  <a:pt x="134" y="1"/>
                  <a:pt x="0" y="101"/>
                  <a:pt x="0" y="268"/>
                </a:cubicBezTo>
                <a:cubicBezTo>
                  <a:pt x="0" y="401"/>
                  <a:pt x="134" y="501"/>
                  <a:pt x="267" y="501"/>
                </a:cubicBezTo>
                <a:lnTo>
                  <a:pt x="2769" y="501"/>
                </a:lnTo>
                <a:cubicBezTo>
                  <a:pt x="2902" y="501"/>
                  <a:pt x="3002" y="401"/>
                  <a:pt x="3002" y="268"/>
                </a:cubicBezTo>
                <a:cubicBezTo>
                  <a:pt x="3002" y="101"/>
                  <a:pt x="2902" y="1"/>
                  <a:pt x="27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27"/>
          <p:cNvSpPr/>
          <p:nvPr/>
        </p:nvSpPr>
        <p:spPr>
          <a:xfrm>
            <a:off x="8371666" y="1058474"/>
            <a:ext cx="251922" cy="13162"/>
          </a:xfrm>
          <a:custGeom>
            <a:avLst/>
            <a:gdLst/>
            <a:ahLst/>
            <a:cxnLst/>
            <a:rect l="l" t="t" r="r" b="b"/>
            <a:pathLst>
              <a:path w="9608" h="502" extrusionOk="0">
                <a:moveTo>
                  <a:pt x="234" y="1"/>
                </a:moveTo>
                <a:cubicBezTo>
                  <a:pt x="101" y="1"/>
                  <a:pt x="1" y="101"/>
                  <a:pt x="1" y="234"/>
                </a:cubicBezTo>
                <a:cubicBezTo>
                  <a:pt x="1" y="368"/>
                  <a:pt x="101" y="501"/>
                  <a:pt x="234" y="501"/>
                </a:cubicBezTo>
                <a:lnTo>
                  <a:pt x="9341" y="501"/>
                </a:lnTo>
                <a:cubicBezTo>
                  <a:pt x="9474" y="501"/>
                  <a:pt x="9608" y="368"/>
                  <a:pt x="9608" y="234"/>
                </a:cubicBezTo>
                <a:cubicBezTo>
                  <a:pt x="9608" y="101"/>
                  <a:pt x="9474" y="1"/>
                  <a:pt x="934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27"/>
          <p:cNvSpPr/>
          <p:nvPr/>
        </p:nvSpPr>
        <p:spPr>
          <a:xfrm>
            <a:off x="8371666" y="1467793"/>
            <a:ext cx="406725" cy="12271"/>
          </a:xfrm>
          <a:custGeom>
            <a:avLst/>
            <a:gdLst/>
            <a:ahLst/>
            <a:cxnLst/>
            <a:rect l="l" t="t" r="r" b="b"/>
            <a:pathLst>
              <a:path w="15512" h="468" extrusionOk="0">
                <a:moveTo>
                  <a:pt x="234" y="1"/>
                </a:moveTo>
                <a:cubicBezTo>
                  <a:pt x="101" y="1"/>
                  <a:pt x="1" y="101"/>
                  <a:pt x="1" y="234"/>
                </a:cubicBezTo>
                <a:cubicBezTo>
                  <a:pt x="1" y="368"/>
                  <a:pt x="101" y="468"/>
                  <a:pt x="234" y="468"/>
                </a:cubicBezTo>
                <a:lnTo>
                  <a:pt x="15278" y="468"/>
                </a:lnTo>
                <a:cubicBezTo>
                  <a:pt x="15412" y="468"/>
                  <a:pt x="15512" y="368"/>
                  <a:pt x="15512" y="234"/>
                </a:cubicBezTo>
                <a:cubicBezTo>
                  <a:pt x="15512" y="101"/>
                  <a:pt x="15412" y="1"/>
                  <a:pt x="1527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27"/>
          <p:cNvSpPr/>
          <p:nvPr/>
        </p:nvSpPr>
        <p:spPr>
          <a:xfrm>
            <a:off x="8741629" y="1392595"/>
            <a:ext cx="120743" cy="12271"/>
          </a:xfrm>
          <a:custGeom>
            <a:avLst/>
            <a:gdLst/>
            <a:ahLst/>
            <a:cxnLst/>
            <a:rect l="l" t="t" r="r" b="b"/>
            <a:pathLst>
              <a:path w="4605" h="468" extrusionOk="0">
                <a:moveTo>
                  <a:pt x="268" y="0"/>
                </a:moveTo>
                <a:cubicBezTo>
                  <a:pt x="134" y="0"/>
                  <a:pt x="1" y="100"/>
                  <a:pt x="1" y="234"/>
                </a:cubicBezTo>
                <a:cubicBezTo>
                  <a:pt x="1" y="367"/>
                  <a:pt x="134" y="467"/>
                  <a:pt x="268" y="467"/>
                </a:cubicBezTo>
                <a:lnTo>
                  <a:pt x="4371" y="467"/>
                </a:lnTo>
                <a:cubicBezTo>
                  <a:pt x="4504" y="467"/>
                  <a:pt x="4604" y="367"/>
                  <a:pt x="4604" y="234"/>
                </a:cubicBezTo>
                <a:cubicBezTo>
                  <a:pt x="4604" y="100"/>
                  <a:pt x="4504" y="0"/>
                  <a:pt x="4371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27"/>
          <p:cNvSpPr/>
          <p:nvPr/>
        </p:nvSpPr>
        <p:spPr>
          <a:xfrm>
            <a:off x="8902567" y="1392595"/>
            <a:ext cx="160965" cy="12271"/>
          </a:xfrm>
          <a:custGeom>
            <a:avLst/>
            <a:gdLst/>
            <a:ahLst/>
            <a:cxnLst/>
            <a:rect l="l" t="t" r="r" b="b"/>
            <a:pathLst>
              <a:path w="6139" h="468" extrusionOk="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5905" y="467"/>
                </a:lnTo>
                <a:cubicBezTo>
                  <a:pt x="6038" y="467"/>
                  <a:pt x="6138" y="367"/>
                  <a:pt x="6138" y="234"/>
                </a:cubicBezTo>
                <a:cubicBezTo>
                  <a:pt x="6138" y="100"/>
                  <a:pt x="6038" y="0"/>
                  <a:pt x="5905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27"/>
          <p:cNvSpPr/>
          <p:nvPr/>
        </p:nvSpPr>
        <p:spPr>
          <a:xfrm>
            <a:off x="8902567" y="1452062"/>
            <a:ext cx="160965" cy="13136"/>
          </a:xfrm>
          <a:custGeom>
            <a:avLst/>
            <a:gdLst/>
            <a:ahLst/>
            <a:cxnLst/>
            <a:rect l="l" t="t" r="r" b="b"/>
            <a:pathLst>
              <a:path w="6139" h="501" extrusionOk="0">
                <a:moveTo>
                  <a:pt x="234" y="0"/>
                </a:moveTo>
                <a:cubicBezTo>
                  <a:pt x="101" y="0"/>
                  <a:pt x="1" y="134"/>
                  <a:pt x="1" y="267"/>
                </a:cubicBezTo>
                <a:cubicBezTo>
                  <a:pt x="1" y="401"/>
                  <a:pt x="101" y="501"/>
                  <a:pt x="234" y="501"/>
                </a:cubicBezTo>
                <a:lnTo>
                  <a:pt x="5905" y="501"/>
                </a:lnTo>
                <a:cubicBezTo>
                  <a:pt x="6038" y="501"/>
                  <a:pt x="6138" y="401"/>
                  <a:pt x="6138" y="267"/>
                </a:cubicBezTo>
                <a:cubicBezTo>
                  <a:pt x="6138" y="134"/>
                  <a:pt x="6038" y="0"/>
                  <a:pt x="5905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27"/>
          <p:cNvSpPr/>
          <p:nvPr/>
        </p:nvSpPr>
        <p:spPr>
          <a:xfrm>
            <a:off x="8371666" y="1508906"/>
            <a:ext cx="61250" cy="13136"/>
          </a:xfrm>
          <a:custGeom>
            <a:avLst/>
            <a:gdLst/>
            <a:ahLst/>
            <a:cxnLst/>
            <a:rect l="l" t="t" r="r" b="b"/>
            <a:pathLst>
              <a:path w="2336" h="501" extrusionOk="0">
                <a:moveTo>
                  <a:pt x="234" y="1"/>
                </a:moveTo>
                <a:cubicBezTo>
                  <a:pt x="101" y="1"/>
                  <a:pt x="1" y="101"/>
                  <a:pt x="1" y="267"/>
                </a:cubicBezTo>
                <a:cubicBezTo>
                  <a:pt x="1" y="401"/>
                  <a:pt x="101" y="501"/>
                  <a:pt x="234" y="501"/>
                </a:cubicBezTo>
                <a:lnTo>
                  <a:pt x="2102" y="501"/>
                </a:lnTo>
                <a:cubicBezTo>
                  <a:pt x="2236" y="501"/>
                  <a:pt x="2336" y="401"/>
                  <a:pt x="2336" y="267"/>
                </a:cubicBezTo>
                <a:cubicBezTo>
                  <a:pt x="2336" y="101"/>
                  <a:pt x="2236" y="1"/>
                  <a:pt x="2102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7"/>
          <p:cNvSpPr/>
          <p:nvPr/>
        </p:nvSpPr>
        <p:spPr>
          <a:xfrm>
            <a:off x="8448648" y="1508906"/>
            <a:ext cx="378722" cy="13136"/>
          </a:xfrm>
          <a:custGeom>
            <a:avLst/>
            <a:gdLst/>
            <a:ahLst/>
            <a:cxnLst/>
            <a:rect l="l" t="t" r="r" b="b"/>
            <a:pathLst>
              <a:path w="14444" h="501" extrusionOk="0">
                <a:moveTo>
                  <a:pt x="267" y="1"/>
                </a:moveTo>
                <a:cubicBezTo>
                  <a:pt x="134" y="1"/>
                  <a:pt x="0" y="101"/>
                  <a:pt x="0" y="267"/>
                </a:cubicBezTo>
                <a:cubicBezTo>
                  <a:pt x="0" y="401"/>
                  <a:pt x="134" y="501"/>
                  <a:pt x="267" y="501"/>
                </a:cubicBezTo>
                <a:lnTo>
                  <a:pt x="14210" y="501"/>
                </a:lnTo>
                <a:cubicBezTo>
                  <a:pt x="14344" y="501"/>
                  <a:pt x="14444" y="401"/>
                  <a:pt x="14444" y="267"/>
                </a:cubicBezTo>
                <a:cubicBezTo>
                  <a:pt x="14444" y="101"/>
                  <a:pt x="14344" y="1"/>
                  <a:pt x="14210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Шта</a:t>
            </a:r>
            <a:r>
              <a:rPr lang="en"/>
              <a:t> </a:t>
            </a:r>
            <a:r>
              <a:rPr lang="en" err="1"/>
              <a:t>је</a:t>
            </a:r>
            <a:r>
              <a:rPr lang="en"/>
              <a:t> </a:t>
            </a:r>
            <a:r>
              <a:rPr lang="en" err="1"/>
              <a:t>интернет</a:t>
            </a:r>
            <a:r>
              <a:rPr lang="en"/>
              <a:t> </a:t>
            </a:r>
            <a:r>
              <a:rPr lang="en" err="1"/>
              <a:t>ствари</a:t>
            </a:r>
            <a:r>
              <a:rPr lang="en"/>
              <a:t>? 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28"/>
          <p:cNvSpPr txBox="1">
            <a:spLocks noGrp="1"/>
          </p:cNvSpPr>
          <p:nvPr>
            <p:ph type="body" idx="1"/>
          </p:nvPr>
        </p:nvSpPr>
        <p:spPr>
          <a:xfrm>
            <a:off x="720000" y="1347738"/>
            <a:ext cx="7890600" cy="31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SzPts val="1100"/>
            </a:pPr>
            <a:r>
              <a:rPr lang="en"/>
              <a:t>ИОТ </a:t>
            </a:r>
            <a:r>
              <a:rPr lang="en" err="1"/>
              <a:t>је</a:t>
            </a:r>
            <a:r>
              <a:rPr lang="en"/>
              <a:t> </a:t>
            </a:r>
            <a:r>
              <a:rPr lang="en" err="1"/>
              <a:t>скуп</a:t>
            </a:r>
            <a:r>
              <a:rPr lang="en"/>
              <a:t> </a:t>
            </a:r>
            <a:r>
              <a:rPr lang="en" err="1"/>
              <a:t>микрипроцесора</a:t>
            </a:r>
            <a:r>
              <a:rPr lang="en"/>
              <a:t> и </a:t>
            </a:r>
            <a:r>
              <a:rPr lang="en" err="1"/>
              <a:t>бежичних</a:t>
            </a:r>
            <a:r>
              <a:rPr lang="en"/>
              <a:t> </a:t>
            </a:r>
            <a:r>
              <a:rPr lang="en" err="1"/>
              <a:t>сензора</a:t>
            </a:r>
            <a:r>
              <a:rPr lang="en"/>
              <a:t>. </a:t>
            </a:r>
            <a:endParaRPr lang="en-US"/>
          </a:p>
          <a:p>
            <a:pPr marL="171450" indent="-171450">
              <a:buSzPts val="1100"/>
            </a:pPr>
            <a:endParaRPr lang="en"/>
          </a:p>
          <a:p>
            <a:pPr marL="171450" indent="-171450">
              <a:buSzPts val="1100"/>
            </a:pPr>
            <a:r>
              <a:rPr lang="en" err="1"/>
              <a:t>Због</a:t>
            </a:r>
            <a:r>
              <a:rPr lang="en"/>
              <a:t> </a:t>
            </a:r>
            <a:r>
              <a:rPr lang="en" err="1"/>
              <a:t>ограничености</a:t>
            </a:r>
            <a:r>
              <a:rPr lang="en"/>
              <a:t> </a:t>
            </a:r>
            <a:r>
              <a:rPr lang="en" err="1"/>
              <a:t>ресурса</a:t>
            </a:r>
            <a:r>
              <a:rPr lang="en"/>
              <a:t> </a:t>
            </a:r>
            <a:r>
              <a:rPr lang="en" err="1"/>
              <a:t>који</a:t>
            </a:r>
            <a:r>
              <a:rPr lang="en"/>
              <a:t> </a:t>
            </a:r>
            <a:r>
              <a:rPr lang="en" err="1"/>
              <a:t>ови</a:t>
            </a:r>
            <a:r>
              <a:rPr lang="en"/>
              <a:t> </a:t>
            </a:r>
            <a:r>
              <a:rPr lang="en" err="1"/>
              <a:t>уређају</a:t>
            </a:r>
            <a:r>
              <a:rPr lang="en"/>
              <a:t> </a:t>
            </a:r>
            <a:r>
              <a:rPr lang="en" err="1"/>
              <a:t>поседују</a:t>
            </a:r>
            <a:r>
              <a:rPr lang="en"/>
              <a:t>, </a:t>
            </a:r>
            <a:r>
              <a:rPr lang="en" err="1"/>
              <a:t>употреба</a:t>
            </a:r>
            <a:r>
              <a:rPr lang="en"/>
              <a:t> </a:t>
            </a:r>
            <a:r>
              <a:rPr lang="en" err="1"/>
              <a:t>класичних</a:t>
            </a:r>
            <a:r>
              <a:rPr lang="en"/>
              <a:t> </a:t>
            </a:r>
            <a:r>
              <a:rPr lang="en" err="1"/>
              <a:t>оперативних</a:t>
            </a:r>
            <a:r>
              <a:rPr lang="en"/>
              <a:t> </a:t>
            </a:r>
            <a:r>
              <a:rPr lang="en" err="1"/>
              <a:t>система</a:t>
            </a:r>
            <a:r>
              <a:rPr lang="en"/>
              <a:t> </a:t>
            </a:r>
            <a:r>
              <a:rPr lang="en" err="1"/>
              <a:t>није</a:t>
            </a:r>
            <a:r>
              <a:rPr lang="en"/>
              <a:t> </a:t>
            </a:r>
            <a:r>
              <a:rPr lang="en" err="1"/>
              <a:t>практична</a:t>
            </a:r>
            <a:r>
              <a:rPr lang="en"/>
              <a:t>.</a:t>
            </a:r>
          </a:p>
          <a:p>
            <a:pPr marL="171450" lvl="0" indent="-171450" algn="l">
              <a:spcAft>
                <a:spcPts val="0"/>
              </a:spcAft>
              <a:buSzPts val="1100"/>
            </a:pPr>
            <a:endParaRPr lang="en"/>
          </a:p>
          <a:p>
            <a:pPr marL="171450" indent="-171450">
              <a:buSzPts val="1100"/>
            </a:pPr>
            <a:r>
              <a:rPr lang="en" err="1"/>
              <a:t>Оперативни</a:t>
            </a:r>
            <a:r>
              <a:rPr lang="en"/>
              <a:t> </a:t>
            </a:r>
            <a:r>
              <a:rPr lang="en" err="1"/>
              <a:t>системи</a:t>
            </a:r>
            <a:r>
              <a:rPr lang="en"/>
              <a:t> </a:t>
            </a:r>
            <a:r>
              <a:rPr lang="en" err="1"/>
              <a:t>за</a:t>
            </a:r>
            <a:r>
              <a:rPr lang="en"/>
              <a:t> ИОТ </a:t>
            </a:r>
            <a:r>
              <a:rPr lang="en" err="1"/>
              <a:t>окружење</a:t>
            </a:r>
            <a:r>
              <a:rPr lang="en"/>
              <a:t> </a:t>
            </a:r>
            <a:r>
              <a:rPr lang="en" err="1"/>
              <a:t>захтевају</a:t>
            </a:r>
            <a:r>
              <a:rPr lang="en"/>
              <a:t> </a:t>
            </a:r>
            <a:r>
              <a:rPr lang="en" err="1"/>
              <a:t>врло</a:t>
            </a:r>
            <a:r>
              <a:rPr lang="en"/>
              <a:t> </a:t>
            </a:r>
            <a:r>
              <a:rPr lang="en" err="1"/>
              <a:t>мало</a:t>
            </a:r>
            <a:r>
              <a:rPr lang="en"/>
              <a:t> </a:t>
            </a:r>
            <a:r>
              <a:rPr lang="en" err="1"/>
              <a:t>количину</a:t>
            </a:r>
            <a:r>
              <a:rPr lang="en"/>
              <a:t> RAM </a:t>
            </a:r>
            <a:r>
              <a:rPr lang="en" err="1"/>
              <a:t>меморије</a:t>
            </a:r>
            <a:r>
              <a:rPr lang="en"/>
              <a:t> и </a:t>
            </a:r>
            <a:r>
              <a:rPr lang="en" err="1"/>
              <a:t>функционишу</a:t>
            </a:r>
            <a:r>
              <a:rPr lang="en"/>
              <a:t> </a:t>
            </a:r>
            <a:r>
              <a:rPr lang="en" err="1"/>
              <a:t>уз</a:t>
            </a:r>
            <a:r>
              <a:rPr lang="en"/>
              <a:t> </a:t>
            </a:r>
            <a:r>
              <a:rPr lang="en" err="1"/>
              <a:t>ниску</a:t>
            </a:r>
            <a:r>
              <a:rPr lang="en"/>
              <a:t> </a:t>
            </a:r>
            <a:r>
              <a:rPr lang="en" err="1"/>
              <a:t>потрошњу</a:t>
            </a:r>
            <a:r>
              <a:rPr lang="en"/>
              <a:t> </a:t>
            </a:r>
            <a:r>
              <a:rPr lang="en" err="1"/>
              <a:t>енергије</a:t>
            </a:r>
            <a:r>
              <a:rPr lang="en"/>
              <a:t>. </a:t>
            </a:r>
          </a:p>
          <a:p>
            <a:pPr marL="171450" indent="-171450">
              <a:buSzPts val="1100"/>
            </a:pPr>
            <a:endParaRPr lang="en"/>
          </a:p>
          <a:p>
            <a:pPr marL="171450" indent="-171450">
              <a:buSzPts val="1100"/>
            </a:pPr>
            <a:r>
              <a:rPr lang="en" err="1"/>
              <a:t>Иако</a:t>
            </a:r>
            <a:r>
              <a:rPr lang="en"/>
              <a:t> </a:t>
            </a:r>
            <a:r>
              <a:rPr lang="en" err="1"/>
              <a:t>су</a:t>
            </a:r>
            <a:r>
              <a:rPr lang="en"/>
              <a:t> </a:t>
            </a:r>
            <a:r>
              <a:rPr lang="en" err="1"/>
              <a:t>лакши</a:t>
            </a:r>
            <a:r>
              <a:rPr lang="en"/>
              <a:t> </a:t>
            </a:r>
            <a:r>
              <a:rPr lang="en" err="1"/>
              <a:t>од</a:t>
            </a:r>
            <a:r>
              <a:rPr lang="en"/>
              <a:t> </a:t>
            </a:r>
            <a:r>
              <a:rPr lang="en" err="1"/>
              <a:t>стандардних</a:t>
            </a:r>
            <a:r>
              <a:rPr lang="en"/>
              <a:t> </a:t>
            </a:r>
            <a:r>
              <a:rPr lang="en" err="1"/>
              <a:t>оперативних</a:t>
            </a:r>
            <a:r>
              <a:rPr lang="en"/>
              <a:t> </a:t>
            </a:r>
            <a:r>
              <a:rPr lang="en" err="1"/>
              <a:t>система</a:t>
            </a:r>
            <a:r>
              <a:rPr lang="en"/>
              <a:t> </a:t>
            </a:r>
            <a:r>
              <a:rPr lang="en" err="1"/>
              <a:t>ови</a:t>
            </a:r>
            <a:r>
              <a:rPr lang="en"/>
              <a:t> </a:t>
            </a:r>
            <a:r>
              <a:rPr lang="en" err="1"/>
              <a:t>системи</a:t>
            </a:r>
            <a:r>
              <a:rPr lang="en"/>
              <a:t> </a:t>
            </a:r>
            <a:r>
              <a:rPr lang="en" err="1"/>
              <a:t>не</a:t>
            </a:r>
            <a:r>
              <a:rPr lang="en"/>
              <a:t> </a:t>
            </a:r>
            <a:r>
              <a:rPr lang="en" err="1"/>
              <a:t>заостају</a:t>
            </a:r>
            <a:r>
              <a:rPr lang="en"/>
              <a:t> у </a:t>
            </a:r>
            <a:r>
              <a:rPr lang="en" err="1"/>
              <a:t>погледу</a:t>
            </a:r>
            <a:r>
              <a:rPr lang="en"/>
              <a:t> </a:t>
            </a:r>
            <a:r>
              <a:rPr lang="en" err="1"/>
              <a:t>функционалности</a:t>
            </a:r>
            <a:r>
              <a:rPr lang="en"/>
              <a:t> </a:t>
            </a:r>
            <a:r>
              <a:rPr lang="en" err="1"/>
              <a:t>које</a:t>
            </a:r>
            <a:r>
              <a:rPr lang="en"/>
              <a:t> </a:t>
            </a:r>
            <a:r>
              <a:rPr lang="en" err="1"/>
              <a:t>се</a:t>
            </a:r>
            <a:r>
              <a:rPr lang="en"/>
              <a:t> </a:t>
            </a:r>
            <a:r>
              <a:rPr lang="en" err="1"/>
              <a:t>односе</a:t>
            </a:r>
            <a:r>
              <a:rPr lang="en"/>
              <a:t> </a:t>
            </a:r>
            <a:r>
              <a:rPr lang="en" err="1"/>
              <a:t>на</a:t>
            </a:r>
            <a:r>
              <a:rPr lang="en"/>
              <a:t> </a:t>
            </a:r>
            <a:r>
              <a:rPr lang="en" err="1"/>
              <a:t>комуникацију</a:t>
            </a:r>
            <a:r>
              <a:rPr lang="en"/>
              <a:t>, </a:t>
            </a:r>
            <a:r>
              <a:rPr lang="en" err="1"/>
              <a:t>мрежне</a:t>
            </a:r>
            <a:r>
              <a:rPr lang="en"/>
              <a:t> </a:t>
            </a:r>
            <a:r>
              <a:rPr lang="en" err="1"/>
              <a:t>могућности</a:t>
            </a:r>
            <a:r>
              <a:rPr lang="en"/>
              <a:t> и </a:t>
            </a:r>
            <a:r>
              <a:rPr lang="en" err="1"/>
              <a:t>безбедности</a:t>
            </a:r>
            <a:r>
              <a:rPr lang="en"/>
              <a:t>. </a:t>
            </a:r>
          </a:p>
          <a:p>
            <a:pPr marL="171450" indent="-171450">
              <a:buSzPts val="1100"/>
            </a:pPr>
            <a:endParaRPr lang="en"/>
          </a:p>
          <a:p>
            <a:pPr marL="171450" indent="-171450">
              <a:buSzPts val="1100"/>
            </a:pPr>
            <a:r>
              <a:rPr lang="en" err="1"/>
              <a:t>Неки</a:t>
            </a:r>
            <a:r>
              <a:rPr lang="en"/>
              <a:t> </a:t>
            </a:r>
            <a:r>
              <a:rPr lang="en" err="1"/>
              <a:t>од</a:t>
            </a:r>
            <a:r>
              <a:rPr lang="en"/>
              <a:t> </a:t>
            </a:r>
            <a:r>
              <a:rPr lang="en" err="1"/>
              <a:t>оперативних</a:t>
            </a:r>
            <a:r>
              <a:rPr lang="en"/>
              <a:t> </a:t>
            </a:r>
            <a:r>
              <a:rPr lang="en" err="1"/>
              <a:t>система</a:t>
            </a:r>
            <a:r>
              <a:rPr lang="en"/>
              <a:t> </a:t>
            </a:r>
            <a:r>
              <a:rPr lang="en" err="1"/>
              <a:t>за</a:t>
            </a:r>
            <a:r>
              <a:rPr lang="en"/>
              <a:t> </a:t>
            </a:r>
            <a:r>
              <a:rPr lang="en" err="1"/>
              <a:t>интернет</a:t>
            </a:r>
            <a:r>
              <a:rPr lang="en"/>
              <a:t> </a:t>
            </a:r>
            <a:r>
              <a:rPr lang="en" err="1"/>
              <a:t>ствару</a:t>
            </a:r>
            <a:r>
              <a:rPr lang="en"/>
              <a:t> </a:t>
            </a:r>
            <a:r>
              <a:rPr lang="en" err="1"/>
              <a:t>су</a:t>
            </a:r>
            <a:r>
              <a:rPr lang="en"/>
              <a:t>: Arduino, </a:t>
            </a:r>
            <a:r>
              <a:rPr lang="en" err="1"/>
              <a:t>FreeRTOS</a:t>
            </a:r>
            <a:r>
              <a:rPr lang="en"/>
              <a:t>, </a:t>
            </a:r>
            <a:r>
              <a:rPr lang="en" err="1"/>
              <a:t>ZephzrOS</a:t>
            </a:r>
            <a:r>
              <a:rPr lang="en"/>
              <a:t>, RIOT OS и </a:t>
            </a:r>
            <a:r>
              <a:rPr lang="en" err="1"/>
              <a:t>Micropython</a:t>
            </a:r>
            <a:r>
              <a:rPr lang="en"/>
              <a:t>.</a:t>
            </a:r>
          </a:p>
          <a:p>
            <a:pPr marL="0" indent="0">
              <a:spcBef>
                <a:spcPts val="1600"/>
              </a:spcBef>
              <a:buNone/>
            </a:pPr>
            <a:endParaRPr lang="en-US"/>
          </a:p>
          <a:p>
            <a:pPr marL="0" indent="0">
              <a:spcAft>
                <a:spcPts val="1600"/>
              </a:spcAft>
              <a:buNone/>
            </a:pP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9"/>
          <p:cNvSpPr txBox="1">
            <a:spLocks noGrp="1"/>
          </p:cNvSpPr>
          <p:nvPr>
            <p:ph type="title"/>
          </p:nvPr>
        </p:nvSpPr>
        <p:spPr>
          <a:xfrm>
            <a:off x="730783" y="18416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Табела</a:t>
            </a:r>
            <a:r>
              <a:rPr lang="en"/>
              <a:t> </a:t>
            </a:r>
            <a:r>
              <a:rPr lang="en" err="1"/>
              <a:t>садржаја</a:t>
            </a:r>
            <a:endParaRPr err="1"/>
          </a:p>
        </p:txBody>
      </p:sp>
      <p:sp>
        <p:nvSpPr>
          <p:cNvPr id="674" name="Google Shape;674;p29"/>
          <p:cNvSpPr txBox="1">
            <a:spLocks noGrp="1"/>
          </p:cNvSpPr>
          <p:nvPr>
            <p:ph type="subTitle" idx="1"/>
          </p:nvPr>
        </p:nvSpPr>
        <p:spPr>
          <a:xfrm>
            <a:off x="687251" y="1274607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Увод</a:t>
            </a:r>
            <a:endParaRPr err="1"/>
          </a:p>
        </p:txBody>
      </p:sp>
      <p:sp>
        <p:nvSpPr>
          <p:cNvPr id="675" name="Google Shape;675;p29"/>
          <p:cNvSpPr txBox="1">
            <a:spLocks noGrp="1"/>
          </p:cNvSpPr>
          <p:nvPr>
            <p:ph type="title" idx="2"/>
          </p:nvPr>
        </p:nvSpPr>
        <p:spPr>
          <a:xfrm>
            <a:off x="1296851" y="822307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76" name="Google Shape;676;p29"/>
          <p:cNvSpPr txBox="1">
            <a:spLocks noGrp="1"/>
          </p:cNvSpPr>
          <p:nvPr>
            <p:ph type="subTitle" idx="3"/>
          </p:nvPr>
        </p:nvSpPr>
        <p:spPr>
          <a:xfrm>
            <a:off x="687751" y="1650698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err="1"/>
              <a:t>Раст</a:t>
            </a:r>
            <a:r>
              <a:rPr lang="en"/>
              <a:t> ИОТ </a:t>
            </a:r>
            <a:r>
              <a:rPr lang="en" err="1"/>
              <a:t>уређаја</a:t>
            </a:r>
            <a:r>
              <a:rPr lang="en"/>
              <a:t> у </a:t>
            </a:r>
            <a:r>
              <a:rPr lang="en" err="1"/>
              <a:t>свету</a:t>
            </a:r>
            <a:r>
              <a:rPr lang="en"/>
              <a:t> и </a:t>
            </a:r>
            <a:r>
              <a:rPr lang="en" err="1"/>
              <a:t>број</a:t>
            </a:r>
            <a:r>
              <a:rPr lang="en"/>
              <a:t> </a:t>
            </a:r>
            <a:r>
              <a:rPr lang="en" err="1"/>
              <a:t>послова</a:t>
            </a:r>
            <a:endParaRPr lang="en-US" err="1"/>
          </a:p>
        </p:txBody>
      </p:sp>
      <p:sp>
        <p:nvSpPr>
          <p:cNvPr id="677" name="Google Shape;677;p29"/>
          <p:cNvSpPr txBox="1">
            <a:spLocks noGrp="1"/>
          </p:cNvSpPr>
          <p:nvPr>
            <p:ph type="subTitle" idx="4"/>
          </p:nvPr>
        </p:nvSpPr>
        <p:spPr>
          <a:xfrm>
            <a:off x="3381151" y="1274607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Zephyr - </a:t>
            </a:r>
            <a:r>
              <a:rPr lang="en" err="1"/>
              <a:t>Зашто</a:t>
            </a:r>
            <a:r>
              <a:rPr lang="en"/>
              <a:t>?</a:t>
            </a:r>
          </a:p>
        </p:txBody>
      </p:sp>
      <p:sp>
        <p:nvSpPr>
          <p:cNvPr id="678" name="Google Shape;678;p29"/>
          <p:cNvSpPr txBox="1">
            <a:spLocks noGrp="1"/>
          </p:cNvSpPr>
          <p:nvPr>
            <p:ph type="title" idx="5"/>
          </p:nvPr>
        </p:nvSpPr>
        <p:spPr>
          <a:xfrm>
            <a:off x="3990676" y="822307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79" name="Google Shape;679;p29"/>
          <p:cNvSpPr txBox="1">
            <a:spLocks noGrp="1"/>
          </p:cNvSpPr>
          <p:nvPr>
            <p:ph type="subTitle" idx="6"/>
          </p:nvPr>
        </p:nvSpPr>
        <p:spPr>
          <a:xfrm>
            <a:off x="3381389" y="1650698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err="1"/>
              <a:t>Историјат</a:t>
            </a:r>
            <a:r>
              <a:rPr lang="en"/>
              <a:t> и </a:t>
            </a:r>
            <a:r>
              <a:rPr lang="en" err="1"/>
              <a:t>број</a:t>
            </a:r>
            <a:r>
              <a:rPr lang="en"/>
              <a:t> </a:t>
            </a:r>
            <a:r>
              <a:rPr lang="en" err="1"/>
              <a:t>доприноса</a:t>
            </a:r>
            <a:r>
              <a:rPr lang="en"/>
              <a:t> </a:t>
            </a:r>
            <a:r>
              <a:rPr lang="en" err="1"/>
              <a:t>на</a:t>
            </a:r>
            <a:r>
              <a:rPr lang="en"/>
              <a:t> GitHub-u</a:t>
            </a:r>
          </a:p>
        </p:txBody>
      </p:sp>
      <p:sp>
        <p:nvSpPr>
          <p:cNvPr id="680" name="Google Shape;680;p29"/>
          <p:cNvSpPr txBox="1">
            <a:spLocks noGrp="1"/>
          </p:cNvSpPr>
          <p:nvPr>
            <p:ph type="subTitle" idx="7"/>
          </p:nvPr>
        </p:nvSpPr>
        <p:spPr>
          <a:xfrm>
            <a:off x="6074701" y="1274607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Архитектура</a:t>
            </a:r>
            <a:endParaRPr err="1"/>
          </a:p>
        </p:txBody>
      </p:sp>
      <p:sp>
        <p:nvSpPr>
          <p:cNvPr id="681" name="Google Shape;681;p29"/>
          <p:cNvSpPr txBox="1">
            <a:spLocks noGrp="1"/>
          </p:cNvSpPr>
          <p:nvPr>
            <p:ph type="title" idx="8"/>
          </p:nvPr>
        </p:nvSpPr>
        <p:spPr>
          <a:xfrm>
            <a:off x="6684201" y="822307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82" name="Google Shape;682;p29"/>
          <p:cNvSpPr txBox="1">
            <a:spLocks noGrp="1"/>
          </p:cNvSpPr>
          <p:nvPr>
            <p:ph type="subTitle" idx="9"/>
          </p:nvPr>
        </p:nvSpPr>
        <p:spPr>
          <a:xfrm>
            <a:off x="6074752" y="1650698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err="1"/>
              <a:t>Опис</a:t>
            </a:r>
            <a:r>
              <a:rPr lang="en"/>
              <a:t> Device Tree-a и </a:t>
            </a:r>
            <a:r>
              <a:rPr lang="en" err="1"/>
              <a:t>његова</a:t>
            </a:r>
            <a:r>
              <a:rPr lang="en"/>
              <a:t> </a:t>
            </a:r>
            <a:r>
              <a:rPr lang="en" err="1"/>
              <a:t>својства</a:t>
            </a:r>
          </a:p>
        </p:txBody>
      </p:sp>
      <p:sp>
        <p:nvSpPr>
          <p:cNvPr id="683" name="Google Shape;683;p29"/>
          <p:cNvSpPr txBox="1">
            <a:spLocks noGrp="1"/>
          </p:cNvSpPr>
          <p:nvPr>
            <p:ph type="subTitle" idx="13"/>
          </p:nvPr>
        </p:nvSpPr>
        <p:spPr>
          <a:xfrm>
            <a:off x="698034" y="2683799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West </a:t>
            </a:r>
            <a:r>
              <a:rPr lang="en" err="1"/>
              <a:t>алат</a:t>
            </a:r>
            <a:endParaRPr err="1"/>
          </a:p>
        </p:txBody>
      </p:sp>
      <p:sp>
        <p:nvSpPr>
          <p:cNvPr id="684" name="Google Shape;684;p29"/>
          <p:cNvSpPr txBox="1">
            <a:spLocks noGrp="1"/>
          </p:cNvSpPr>
          <p:nvPr>
            <p:ph type="title" idx="14"/>
          </p:nvPr>
        </p:nvSpPr>
        <p:spPr>
          <a:xfrm>
            <a:off x="1307634" y="2231508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85" name="Google Shape;685;p29"/>
          <p:cNvSpPr txBox="1">
            <a:spLocks noGrp="1"/>
          </p:cNvSpPr>
          <p:nvPr>
            <p:ph type="subTitle" idx="15"/>
          </p:nvPr>
        </p:nvSpPr>
        <p:spPr>
          <a:xfrm>
            <a:off x="698534" y="3059899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err="1"/>
              <a:t>Кратак</a:t>
            </a:r>
            <a:r>
              <a:rPr lang="en"/>
              <a:t> </a:t>
            </a:r>
            <a:r>
              <a:rPr lang="en" err="1"/>
              <a:t>увод</a:t>
            </a:r>
            <a:r>
              <a:rPr lang="en"/>
              <a:t> у </a:t>
            </a:r>
            <a:r>
              <a:rPr lang="en" err="1"/>
              <a:t>алат</a:t>
            </a:r>
            <a:r>
              <a:rPr lang="en"/>
              <a:t> </a:t>
            </a:r>
            <a:r>
              <a:rPr lang="en" err="1"/>
              <a:t>унутар</a:t>
            </a:r>
            <a:r>
              <a:rPr lang="en"/>
              <a:t> Zephyr </a:t>
            </a:r>
            <a:r>
              <a:rPr lang="en" err="1"/>
              <a:t>окружења</a:t>
            </a:r>
          </a:p>
        </p:txBody>
      </p:sp>
      <p:sp>
        <p:nvSpPr>
          <p:cNvPr id="686" name="Google Shape;686;p29"/>
          <p:cNvSpPr txBox="1">
            <a:spLocks noGrp="1"/>
          </p:cNvSpPr>
          <p:nvPr>
            <p:ph type="subTitle" idx="16"/>
          </p:nvPr>
        </p:nvSpPr>
        <p:spPr>
          <a:xfrm>
            <a:off x="3391834" y="2683799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err="1"/>
              <a:t>Мрежна</a:t>
            </a:r>
            <a:r>
              <a:rPr lang="en"/>
              <a:t> </a:t>
            </a:r>
            <a:r>
              <a:rPr lang="en" err="1"/>
              <a:t>архитектура</a:t>
            </a:r>
            <a:endParaRPr err="1"/>
          </a:p>
        </p:txBody>
      </p:sp>
      <p:sp>
        <p:nvSpPr>
          <p:cNvPr id="687" name="Google Shape;687;p29"/>
          <p:cNvSpPr txBox="1">
            <a:spLocks noGrp="1"/>
          </p:cNvSpPr>
          <p:nvPr>
            <p:ph type="title" idx="17"/>
          </p:nvPr>
        </p:nvSpPr>
        <p:spPr>
          <a:xfrm>
            <a:off x="4001459" y="2231508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688" name="Google Shape;688;p29"/>
          <p:cNvSpPr txBox="1">
            <a:spLocks noGrp="1"/>
          </p:cNvSpPr>
          <p:nvPr>
            <p:ph type="subTitle" idx="18"/>
          </p:nvPr>
        </p:nvSpPr>
        <p:spPr>
          <a:xfrm>
            <a:off x="3392172" y="3059899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err="1"/>
              <a:t>Процес</a:t>
            </a:r>
            <a:r>
              <a:rPr lang="en"/>
              <a:t> </a:t>
            </a:r>
            <a:r>
              <a:rPr lang="en" err="1"/>
              <a:t>слања</a:t>
            </a:r>
            <a:r>
              <a:rPr lang="en"/>
              <a:t> и </a:t>
            </a:r>
            <a:r>
              <a:rPr lang="en" err="1"/>
              <a:t>примања</a:t>
            </a:r>
            <a:r>
              <a:rPr lang="en"/>
              <a:t> </a:t>
            </a:r>
            <a:r>
              <a:rPr lang="en" err="1"/>
              <a:t>података</a:t>
            </a:r>
          </a:p>
        </p:txBody>
      </p:sp>
      <p:sp>
        <p:nvSpPr>
          <p:cNvPr id="689" name="Google Shape;689;p29"/>
          <p:cNvSpPr txBox="1">
            <a:spLocks noGrp="1"/>
          </p:cNvSpPr>
          <p:nvPr>
            <p:ph type="subTitle" idx="19"/>
          </p:nvPr>
        </p:nvSpPr>
        <p:spPr>
          <a:xfrm>
            <a:off x="6085484" y="2683797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Безбедност</a:t>
            </a:r>
            <a:endParaRPr err="1"/>
          </a:p>
        </p:txBody>
      </p:sp>
      <p:sp>
        <p:nvSpPr>
          <p:cNvPr id="690" name="Google Shape;690;p29"/>
          <p:cNvSpPr txBox="1">
            <a:spLocks noGrp="1"/>
          </p:cNvSpPr>
          <p:nvPr>
            <p:ph type="title" idx="20"/>
          </p:nvPr>
        </p:nvSpPr>
        <p:spPr>
          <a:xfrm>
            <a:off x="6694984" y="2231508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691" name="Google Shape;691;p29"/>
          <p:cNvSpPr txBox="1">
            <a:spLocks noGrp="1"/>
          </p:cNvSpPr>
          <p:nvPr>
            <p:ph type="subTitle" idx="21"/>
          </p:nvPr>
        </p:nvSpPr>
        <p:spPr>
          <a:xfrm>
            <a:off x="6085535" y="3059899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err="1"/>
              <a:t>Опис</a:t>
            </a:r>
            <a:r>
              <a:rPr lang="en"/>
              <a:t> </a:t>
            </a:r>
            <a:r>
              <a:rPr lang="en" err="1"/>
              <a:t>основних</a:t>
            </a:r>
            <a:r>
              <a:rPr lang="en"/>
              <a:t> </a:t>
            </a:r>
            <a:r>
              <a:rPr lang="en" err="1"/>
              <a:t>парадигмиОпис</a:t>
            </a:r>
            <a:r>
              <a:rPr lang="en"/>
              <a:t> </a:t>
            </a:r>
            <a:r>
              <a:rPr lang="en" err="1"/>
              <a:t>основних</a:t>
            </a:r>
            <a:r>
              <a:rPr lang="en"/>
              <a:t> </a:t>
            </a:r>
            <a:r>
              <a:rPr lang="en" err="1"/>
              <a:t>парадигми</a:t>
            </a:r>
          </a:p>
        </p:txBody>
      </p:sp>
      <p:sp>
        <p:nvSpPr>
          <p:cNvPr id="3" name="Google Shape;689;p29">
            <a:extLst>
              <a:ext uri="{FF2B5EF4-FFF2-40B4-BE49-F238E27FC236}">
                <a16:creationId xmlns:a16="http://schemas.microsoft.com/office/drawing/2014/main" id="{31017517-D0A1-248C-4DB1-36953455C174}"/>
              </a:ext>
            </a:extLst>
          </p:cNvPr>
          <p:cNvSpPr txBox="1">
            <a:spLocks/>
          </p:cNvSpPr>
          <p:nvPr/>
        </p:nvSpPr>
        <p:spPr>
          <a:xfrm>
            <a:off x="3423516" y="4151725"/>
            <a:ext cx="2316900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None/>
              <a:defRPr sz="1800" b="0" i="0" u="none" strike="noStrike" cap="none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az-Cyrl-AZ">
                <a:solidFill>
                  <a:schemeClr val="accent2"/>
                </a:solidFill>
              </a:rPr>
              <a:t>Задатак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5" name="Google Shape;690;p29">
            <a:extLst>
              <a:ext uri="{FF2B5EF4-FFF2-40B4-BE49-F238E27FC236}">
                <a16:creationId xmlns:a16="http://schemas.microsoft.com/office/drawing/2014/main" id="{673F24F8-03D4-CB10-C1B6-6DC5C0F2CF57}"/>
              </a:ext>
            </a:extLst>
          </p:cNvPr>
          <p:cNvSpPr txBox="1">
            <a:spLocks/>
          </p:cNvSpPr>
          <p:nvPr/>
        </p:nvSpPr>
        <p:spPr>
          <a:xfrm>
            <a:off x="4033016" y="3699436"/>
            <a:ext cx="1098000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">
                <a:solidFill>
                  <a:schemeClr val="accent2"/>
                </a:solidFill>
              </a:rPr>
              <a:t>07</a:t>
            </a:r>
          </a:p>
        </p:txBody>
      </p:sp>
      <p:sp>
        <p:nvSpPr>
          <p:cNvPr id="7" name="Google Shape;691;p29">
            <a:extLst>
              <a:ext uri="{FF2B5EF4-FFF2-40B4-BE49-F238E27FC236}">
                <a16:creationId xmlns:a16="http://schemas.microsoft.com/office/drawing/2014/main" id="{8B666E03-F1DB-018A-9BF7-7D814A220DB6}"/>
              </a:ext>
            </a:extLst>
          </p:cNvPr>
          <p:cNvSpPr txBox="1">
            <a:spLocks/>
          </p:cNvSpPr>
          <p:nvPr/>
        </p:nvSpPr>
        <p:spPr>
          <a:xfrm>
            <a:off x="3046161" y="4538610"/>
            <a:ext cx="3082494" cy="60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n-US" err="1"/>
              <a:t>Објашњавање</a:t>
            </a:r>
            <a:r>
              <a:rPr lang="en-US"/>
              <a:t> </a:t>
            </a:r>
            <a:r>
              <a:rPr lang="en-US" err="1"/>
              <a:t>кода</a:t>
            </a:r>
            <a:r>
              <a:rPr lang="en-US"/>
              <a:t> и </a:t>
            </a:r>
            <a:r>
              <a:rPr lang="en-US" err="1"/>
              <a:t>поступак</a:t>
            </a:r>
            <a:r>
              <a:rPr lang="en-US"/>
              <a:t> </a:t>
            </a:r>
            <a:r>
              <a:rPr lang="en-US" err="1"/>
              <a:t>покретања</a:t>
            </a:r>
            <a:r>
              <a:rPr lang="en-US"/>
              <a:t> </a:t>
            </a:r>
            <a:r>
              <a:rPr lang="en-US" err="1"/>
              <a:t>на</a:t>
            </a:r>
            <a:r>
              <a:rPr lang="en-US"/>
              <a:t> Fit IOT Lab-u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5"/>
          <p:cNvSpPr txBox="1">
            <a:spLocks noGrp="1"/>
          </p:cNvSpPr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05" name="Google Shape;805;p35"/>
          <p:cNvSpPr txBox="1">
            <a:spLocks noGrp="1"/>
          </p:cNvSpPr>
          <p:nvPr>
            <p:ph type="title" idx="2"/>
          </p:nvPr>
        </p:nvSpPr>
        <p:spPr>
          <a:xfrm>
            <a:off x="3216900" y="2744525"/>
            <a:ext cx="2622000" cy="12258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Увод</a:t>
            </a:r>
          </a:p>
        </p:txBody>
      </p:sp>
      <p:grpSp>
        <p:nvGrpSpPr>
          <p:cNvPr id="806" name="Google Shape;806;p35"/>
          <p:cNvGrpSpPr/>
          <p:nvPr/>
        </p:nvGrpSpPr>
        <p:grpSpPr>
          <a:xfrm>
            <a:off x="6275049" y="1382979"/>
            <a:ext cx="2377553" cy="2377553"/>
            <a:chOff x="6198197" y="1098851"/>
            <a:chExt cx="2945797" cy="2945797"/>
          </a:xfrm>
        </p:grpSpPr>
        <p:sp>
          <p:nvSpPr>
            <p:cNvPr id="807" name="Google Shape;807;p35"/>
            <p:cNvSpPr/>
            <p:nvPr/>
          </p:nvSpPr>
          <p:spPr>
            <a:xfrm>
              <a:off x="7315562" y="1098851"/>
              <a:ext cx="1218960" cy="1218960"/>
            </a:xfrm>
            <a:custGeom>
              <a:avLst/>
              <a:gdLst/>
              <a:ahLst/>
              <a:cxnLst/>
              <a:rect l="l" t="t" r="r" b="b"/>
              <a:pathLst>
                <a:path w="78289" h="78289" extrusionOk="0">
                  <a:moveTo>
                    <a:pt x="39134" y="22835"/>
                  </a:moveTo>
                  <a:cubicBezTo>
                    <a:pt x="41240" y="22835"/>
                    <a:pt x="43361" y="23241"/>
                    <a:pt x="45375" y="24074"/>
                  </a:cubicBezTo>
                  <a:cubicBezTo>
                    <a:pt x="51475" y="26586"/>
                    <a:pt x="55454" y="32556"/>
                    <a:pt x="55454" y="39145"/>
                  </a:cubicBezTo>
                  <a:cubicBezTo>
                    <a:pt x="55454" y="48148"/>
                    <a:pt x="48148" y="55455"/>
                    <a:pt x="39145" y="55455"/>
                  </a:cubicBezTo>
                  <a:cubicBezTo>
                    <a:pt x="32555" y="55455"/>
                    <a:pt x="26586" y="51475"/>
                    <a:pt x="24074" y="45375"/>
                  </a:cubicBezTo>
                  <a:cubicBezTo>
                    <a:pt x="21562" y="39308"/>
                    <a:pt x="22932" y="32262"/>
                    <a:pt x="27597" y="27597"/>
                  </a:cubicBezTo>
                  <a:cubicBezTo>
                    <a:pt x="30714" y="24481"/>
                    <a:pt x="34893" y="22835"/>
                    <a:pt x="39134" y="22835"/>
                  </a:cubicBezTo>
                  <a:close/>
                  <a:moveTo>
                    <a:pt x="32621" y="1"/>
                  </a:moveTo>
                  <a:lnTo>
                    <a:pt x="32621" y="7177"/>
                  </a:lnTo>
                  <a:cubicBezTo>
                    <a:pt x="28543" y="8025"/>
                    <a:pt x="24629" y="9624"/>
                    <a:pt x="21171" y="11940"/>
                  </a:cubicBezTo>
                  <a:lnTo>
                    <a:pt x="16082" y="6851"/>
                  </a:lnTo>
                  <a:lnTo>
                    <a:pt x="6851" y="16083"/>
                  </a:lnTo>
                  <a:lnTo>
                    <a:pt x="11940" y="21171"/>
                  </a:lnTo>
                  <a:cubicBezTo>
                    <a:pt x="9624" y="24629"/>
                    <a:pt x="8025" y="28543"/>
                    <a:pt x="7177" y="32621"/>
                  </a:cubicBezTo>
                  <a:lnTo>
                    <a:pt x="1" y="32621"/>
                  </a:lnTo>
                  <a:lnTo>
                    <a:pt x="1" y="45669"/>
                  </a:lnTo>
                  <a:lnTo>
                    <a:pt x="7177" y="45669"/>
                  </a:lnTo>
                  <a:cubicBezTo>
                    <a:pt x="8025" y="49746"/>
                    <a:pt x="9624" y="53661"/>
                    <a:pt x="11940" y="57118"/>
                  </a:cubicBezTo>
                  <a:lnTo>
                    <a:pt x="6851" y="62207"/>
                  </a:lnTo>
                  <a:lnTo>
                    <a:pt x="16082" y="71438"/>
                  </a:lnTo>
                  <a:lnTo>
                    <a:pt x="21171" y="66350"/>
                  </a:lnTo>
                  <a:cubicBezTo>
                    <a:pt x="24629" y="68666"/>
                    <a:pt x="28543" y="70264"/>
                    <a:pt x="32621" y="71112"/>
                  </a:cubicBezTo>
                  <a:lnTo>
                    <a:pt x="32621" y="78289"/>
                  </a:lnTo>
                  <a:lnTo>
                    <a:pt x="45668" y="78289"/>
                  </a:lnTo>
                  <a:lnTo>
                    <a:pt x="45668" y="71112"/>
                  </a:lnTo>
                  <a:cubicBezTo>
                    <a:pt x="49746" y="70264"/>
                    <a:pt x="53660" y="68666"/>
                    <a:pt x="57118" y="66350"/>
                  </a:cubicBezTo>
                  <a:lnTo>
                    <a:pt x="62207" y="71438"/>
                  </a:lnTo>
                  <a:lnTo>
                    <a:pt x="71438" y="62207"/>
                  </a:lnTo>
                  <a:lnTo>
                    <a:pt x="66349" y="57118"/>
                  </a:lnTo>
                  <a:cubicBezTo>
                    <a:pt x="68665" y="53661"/>
                    <a:pt x="70264" y="49746"/>
                    <a:pt x="71112" y="45669"/>
                  </a:cubicBezTo>
                  <a:lnTo>
                    <a:pt x="78288" y="45669"/>
                  </a:lnTo>
                  <a:lnTo>
                    <a:pt x="78288" y="32621"/>
                  </a:lnTo>
                  <a:lnTo>
                    <a:pt x="71112" y="32621"/>
                  </a:lnTo>
                  <a:cubicBezTo>
                    <a:pt x="70264" y="28543"/>
                    <a:pt x="68665" y="24629"/>
                    <a:pt x="66349" y="21171"/>
                  </a:cubicBezTo>
                  <a:lnTo>
                    <a:pt x="71438" y="16083"/>
                  </a:lnTo>
                  <a:lnTo>
                    <a:pt x="62207" y="6851"/>
                  </a:lnTo>
                  <a:lnTo>
                    <a:pt x="57118" y="11940"/>
                  </a:lnTo>
                  <a:cubicBezTo>
                    <a:pt x="53660" y="9624"/>
                    <a:pt x="49746" y="8025"/>
                    <a:pt x="45668" y="7177"/>
                  </a:cubicBezTo>
                  <a:lnTo>
                    <a:pt x="45668" y="1"/>
                  </a:lnTo>
                  <a:close/>
                </a:path>
              </a:pathLst>
            </a:custGeom>
            <a:solidFill>
              <a:srgbClr val="35C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5"/>
            <p:cNvSpPr/>
            <p:nvPr/>
          </p:nvSpPr>
          <p:spPr>
            <a:xfrm>
              <a:off x="7213984" y="2419374"/>
              <a:ext cx="355541" cy="152384"/>
            </a:xfrm>
            <a:custGeom>
              <a:avLst/>
              <a:gdLst/>
              <a:ahLst/>
              <a:cxnLst/>
              <a:rect l="l" t="t" r="r" b="b"/>
              <a:pathLst>
                <a:path w="22835" h="9787" extrusionOk="0">
                  <a:moveTo>
                    <a:pt x="1" y="1"/>
                  </a:moveTo>
                  <a:lnTo>
                    <a:pt x="1" y="9787"/>
                  </a:lnTo>
                  <a:lnTo>
                    <a:pt x="22835" y="9787"/>
                  </a:lnTo>
                  <a:lnTo>
                    <a:pt x="22835" y="1"/>
                  </a:lnTo>
                  <a:close/>
                </a:path>
              </a:pathLst>
            </a:custGeom>
            <a:solidFill>
              <a:srgbClr val="4B62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5"/>
            <p:cNvSpPr/>
            <p:nvPr/>
          </p:nvSpPr>
          <p:spPr>
            <a:xfrm>
              <a:off x="6283022" y="3307176"/>
              <a:ext cx="698875" cy="536854"/>
            </a:xfrm>
            <a:custGeom>
              <a:avLst/>
              <a:gdLst/>
              <a:ahLst/>
              <a:cxnLst/>
              <a:rect l="l" t="t" r="r" b="b"/>
              <a:pathLst>
                <a:path w="44886" h="34480" extrusionOk="0">
                  <a:moveTo>
                    <a:pt x="12722" y="0"/>
                  </a:moveTo>
                  <a:lnTo>
                    <a:pt x="9004" y="5350"/>
                  </a:lnTo>
                  <a:lnTo>
                    <a:pt x="21497" y="14092"/>
                  </a:lnTo>
                  <a:lnTo>
                    <a:pt x="0" y="29130"/>
                  </a:lnTo>
                  <a:lnTo>
                    <a:pt x="3752" y="34479"/>
                  </a:lnTo>
                  <a:lnTo>
                    <a:pt x="27173" y="18072"/>
                  </a:lnTo>
                  <a:lnTo>
                    <a:pt x="39666" y="26814"/>
                  </a:lnTo>
                  <a:lnTo>
                    <a:pt x="43418" y="21464"/>
                  </a:lnTo>
                  <a:lnTo>
                    <a:pt x="32849" y="14092"/>
                  </a:lnTo>
                  <a:lnTo>
                    <a:pt x="44885" y="5676"/>
                  </a:lnTo>
                  <a:lnTo>
                    <a:pt x="41134" y="326"/>
                  </a:lnTo>
                  <a:lnTo>
                    <a:pt x="27173" y="10112"/>
                  </a:lnTo>
                  <a:lnTo>
                    <a:pt x="127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5"/>
            <p:cNvSpPr/>
            <p:nvPr/>
          </p:nvSpPr>
          <p:spPr>
            <a:xfrm>
              <a:off x="6807669" y="3130425"/>
              <a:ext cx="406330" cy="914224"/>
            </a:xfrm>
            <a:custGeom>
              <a:avLst/>
              <a:gdLst/>
              <a:ahLst/>
              <a:cxnLst/>
              <a:rect l="l" t="t" r="r" b="b"/>
              <a:pathLst>
                <a:path w="26097" h="58717" extrusionOk="0">
                  <a:moveTo>
                    <a:pt x="1" y="0"/>
                  </a:moveTo>
                  <a:lnTo>
                    <a:pt x="19573" y="58716"/>
                  </a:lnTo>
                  <a:lnTo>
                    <a:pt x="26097" y="58716"/>
                  </a:lnTo>
                  <a:lnTo>
                    <a:pt x="143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5"/>
            <p:cNvSpPr/>
            <p:nvPr/>
          </p:nvSpPr>
          <p:spPr>
            <a:xfrm>
              <a:off x="6198197" y="3130425"/>
              <a:ext cx="406330" cy="914224"/>
            </a:xfrm>
            <a:custGeom>
              <a:avLst/>
              <a:gdLst/>
              <a:ahLst/>
              <a:cxnLst/>
              <a:rect l="l" t="t" r="r" b="b"/>
              <a:pathLst>
                <a:path w="26097" h="58717" extrusionOk="0">
                  <a:moveTo>
                    <a:pt x="11744" y="0"/>
                  </a:moveTo>
                  <a:lnTo>
                    <a:pt x="1" y="58716"/>
                  </a:lnTo>
                  <a:lnTo>
                    <a:pt x="6525" y="58716"/>
                  </a:lnTo>
                  <a:lnTo>
                    <a:pt x="260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5"/>
            <p:cNvSpPr/>
            <p:nvPr/>
          </p:nvSpPr>
          <p:spPr>
            <a:xfrm>
              <a:off x="6198197" y="2267006"/>
              <a:ext cx="1371328" cy="1015802"/>
            </a:xfrm>
            <a:custGeom>
              <a:avLst/>
              <a:gdLst/>
              <a:ahLst/>
              <a:cxnLst/>
              <a:rect l="l" t="t" r="r" b="b"/>
              <a:pathLst>
                <a:path w="88075" h="65241" extrusionOk="0">
                  <a:moveTo>
                    <a:pt x="9787" y="1"/>
                  </a:moveTo>
                  <a:cubicBezTo>
                    <a:pt x="4372" y="1"/>
                    <a:pt x="1" y="4372"/>
                    <a:pt x="1" y="9787"/>
                  </a:cubicBezTo>
                  <a:lnTo>
                    <a:pt x="1" y="39144"/>
                  </a:lnTo>
                  <a:cubicBezTo>
                    <a:pt x="1" y="53562"/>
                    <a:pt x="11679" y="65240"/>
                    <a:pt x="26097" y="65240"/>
                  </a:cubicBezTo>
                  <a:lnTo>
                    <a:pt x="88075" y="65240"/>
                  </a:lnTo>
                  <a:lnTo>
                    <a:pt x="88075" y="48930"/>
                  </a:lnTo>
                  <a:lnTo>
                    <a:pt x="32621" y="48930"/>
                  </a:lnTo>
                  <a:cubicBezTo>
                    <a:pt x="23618" y="48930"/>
                    <a:pt x="16311" y="41624"/>
                    <a:pt x="16311" y="32621"/>
                  </a:cubicBezTo>
                  <a:lnTo>
                    <a:pt x="16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5"/>
            <p:cNvSpPr/>
            <p:nvPr/>
          </p:nvSpPr>
          <p:spPr>
            <a:xfrm>
              <a:off x="6706090" y="2774900"/>
              <a:ext cx="1523696" cy="1168170"/>
            </a:xfrm>
            <a:custGeom>
              <a:avLst/>
              <a:gdLst/>
              <a:ahLst/>
              <a:cxnLst/>
              <a:rect l="l" t="t" r="r" b="b"/>
              <a:pathLst>
                <a:path w="97861" h="75027" extrusionOk="0">
                  <a:moveTo>
                    <a:pt x="1" y="1"/>
                  </a:moveTo>
                  <a:cubicBezTo>
                    <a:pt x="1" y="10798"/>
                    <a:pt x="8776" y="19572"/>
                    <a:pt x="19573" y="19572"/>
                  </a:cubicBezTo>
                  <a:lnTo>
                    <a:pt x="65241" y="19572"/>
                  </a:lnTo>
                  <a:lnTo>
                    <a:pt x="78289" y="75026"/>
                  </a:lnTo>
                  <a:lnTo>
                    <a:pt x="84812" y="75026"/>
                  </a:lnTo>
                  <a:lnTo>
                    <a:pt x="97860" y="68502"/>
                  </a:lnTo>
                  <a:lnTo>
                    <a:pt x="83932" y="10015"/>
                  </a:lnTo>
                  <a:cubicBezTo>
                    <a:pt x="82529" y="4143"/>
                    <a:pt x="77277" y="1"/>
                    <a:pt x="712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5"/>
            <p:cNvSpPr/>
            <p:nvPr/>
          </p:nvSpPr>
          <p:spPr>
            <a:xfrm>
              <a:off x="7925034" y="3841476"/>
              <a:ext cx="507909" cy="203173"/>
            </a:xfrm>
            <a:custGeom>
              <a:avLst/>
              <a:gdLst/>
              <a:ahLst/>
              <a:cxnLst/>
              <a:rect l="l" t="t" r="r" b="b"/>
              <a:pathLst>
                <a:path w="32621" h="13049" extrusionOk="0">
                  <a:moveTo>
                    <a:pt x="19572" y="0"/>
                  </a:moveTo>
                  <a:lnTo>
                    <a:pt x="6524" y="6524"/>
                  </a:lnTo>
                  <a:lnTo>
                    <a:pt x="1" y="6524"/>
                  </a:lnTo>
                  <a:lnTo>
                    <a:pt x="1" y="13048"/>
                  </a:lnTo>
                  <a:lnTo>
                    <a:pt x="32620" y="13048"/>
                  </a:lnTo>
                  <a:lnTo>
                    <a:pt x="32620" y="6524"/>
                  </a:lnTo>
                  <a:lnTo>
                    <a:pt x="19572" y="0"/>
                  </a:lnTo>
                  <a:close/>
                </a:path>
              </a:pathLst>
            </a:custGeom>
            <a:solidFill>
              <a:srgbClr val="794B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5"/>
            <p:cNvSpPr/>
            <p:nvPr/>
          </p:nvSpPr>
          <p:spPr>
            <a:xfrm>
              <a:off x="6283022" y="1962270"/>
              <a:ext cx="1184924" cy="812645"/>
            </a:xfrm>
            <a:custGeom>
              <a:avLst/>
              <a:gdLst/>
              <a:ahLst/>
              <a:cxnLst/>
              <a:rect l="l" t="t" r="r" b="b"/>
              <a:pathLst>
                <a:path w="76103" h="52193" extrusionOk="0">
                  <a:moveTo>
                    <a:pt x="18170" y="1"/>
                  </a:moveTo>
                  <a:cubicBezTo>
                    <a:pt x="6394" y="1"/>
                    <a:pt x="0" y="13766"/>
                    <a:pt x="7601" y="22769"/>
                  </a:cubicBezTo>
                  <a:lnTo>
                    <a:pt x="7601" y="52193"/>
                  </a:lnTo>
                  <a:lnTo>
                    <a:pt x="43483" y="52193"/>
                  </a:lnTo>
                  <a:lnTo>
                    <a:pt x="43483" y="26097"/>
                  </a:lnTo>
                  <a:cubicBezTo>
                    <a:pt x="45473" y="24107"/>
                    <a:pt x="46190" y="21138"/>
                    <a:pt x="45277" y="18464"/>
                  </a:cubicBezTo>
                  <a:lnTo>
                    <a:pt x="43483" y="13049"/>
                  </a:lnTo>
                  <a:lnTo>
                    <a:pt x="43483" y="13049"/>
                  </a:lnTo>
                  <a:lnTo>
                    <a:pt x="50463" y="22378"/>
                  </a:lnTo>
                  <a:lnTo>
                    <a:pt x="55715" y="29359"/>
                  </a:lnTo>
                  <a:lnTo>
                    <a:pt x="76103" y="29359"/>
                  </a:lnTo>
                  <a:lnTo>
                    <a:pt x="60739" y="12103"/>
                  </a:lnTo>
                  <a:lnTo>
                    <a:pt x="53888" y="4372"/>
                  </a:lnTo>
                  <a:cubicBezTo>
                    <a:pt x="51409" y="1599"/>
                    <a:pt x="47886" y="1"/>
                    <a:pt x="44135" y="1"/>
                  </a:cubicBez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5"/>
            <p:cNvSpPr/>
            <p:nvPr/>
          </p:nvSpPr>
          <p:spPr>
            <a:xfrm>
              <a:off x="6283022" y="1962270"/>
              <a:ext cx="945706" cy="812645"/>
            </a:xfrm>
            <a:custGeom>
              <a:avLst/>
              <a:gdLst/>
              <a:ahLst/>
              <a:cxnLst/>
              <a:rect l="l" t="t" r="r" b="b"/>
              <a:pathLst>
                <a:path w="60739" h="52193" extrusionOk="0">
                  <a:moveTo>
                    <a:pt x="18170" y="1"/>
                  </a:moveTo>
                  <a:cubicBezTo>
                    <a:pt x="6394" y="1"/>
                    <a:pt x="0" y="13766"/>
                    <a:pt x="7601" y="22769"/>
                  </a:cubicBezTo>
                  <a:lnTo>
                    <a:pt x="7601" y="52193"/>
                  </a:lnTo>
                  <a:lnTo>
                    <a:pt x="43483" y="52193"/>
                  </a:lnTo>
                  <a:lnTo>
                    <a:pt x="43483" y="26097"/>
                  </a:lnTo>
                  <a:cubicBezTo>
                    <a:pt x="45473" y="24107"/>
                    <a:pt x="46190" y="21138"/>
                    <a:pt x="45277" y="18464"/>
                  </a:cubicBezTo>
                  <a:lnTo>
                    <a:pt x="43483" y="13049"/>
                  </a:lnTo>
                  <a:lnTo>
                    <a:pt x="43483" y="13049"/>
                  </a:lnTo>
                  <a:lnTo>
                    <a:pt x="50463" y="22378"/>
                  </a:lnTo>
                  <a:lnTo>
                    <a:pt x="60739" y="12103"/>
                  </a:lnTo>
                  <a:lnTo>
                    <a:pt x="53888" y="4372"/>
                  </a:lnTo>
                  <a:cubicBezTo>
                    <a:pt x="51409" y="1599"/>
                    <a:pt x="47886" y="1"/>
                    <a:pt x="441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5"/>
            <p:cNvSpPr/>
            <p:nvPr/>
          </p:nvSpPr>
          <p:spPr>
            <a:xfrm>
              <a:off x="6756880" y="2571742"/>
              <a:ext cx="2387115" cy="203173"/>
            </a:xfrm>
            <a:custGeom>
              <a:avLst/>
              <a:gdLst/>
              <a:ahLst/>
              <a:cxnLst/>
              <a:rect l="l" t="t" r="r" b="b"/>
              <a:pathLst>
                <a:path w="153315" h="13049" extrusionOk="0">
                  <a:moveTo>
                    <a:pt x="1" y="1"/>
                  </a:moveTo>
                  <a:lnTo>
                    <a:pt x="1" y="13049"/>
                  </a:lnTo>
                  <a:lnTo>
                    <a:pt x="153314" y="13049"/>
                  </a:lnTo>
                  <a:lnTo>
                    <a:pt x="1533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5"/>
            <p:cNvSpPr/>
            <p:nvPr/>
          </p:nvSpPr>
          <p:spPr>
            <a:xfrm>
              <a:off x="6381051" y="2302942"/>
              <a:ext cx="141718" cy="131302"/>
            </a:xfrm>
            <a:custGeom>
              <a:avLst/>
              <a:gdLst/>
              <a:ahLst/>
              <a:cxnLst/>
              <a:rect l="l" t="t" r="r" b="b"/>
              <a:pathLst>
                <a:path w="9102" h="8433" extrusionOk="0">
                  <a:moveTo>
                    <a:pt x="3605" y="1"/>
                  </a:moveTo>
                  <a:cubicBezTo>
                    <a:pt x="2773" y="1"/>
                    <a:pt x="1941" y="319"/>
                    <a:pt x="1305" y="955"/>
                  </a:cubicBezTo>
                  <a:cubicBezTo>
                    <a:pt x="0" y="2227"/>
                    <a:pt x="0" y="4282"/>
                    <a:pt x="1305" y="5554"/>
                  </a:cubicBezTo>
                  <a:lnTo>
                    <a:pt x="3197" y="7479"/>
                  </a:lnTo>
                  <a:cubicBezTo>
                    <a:pt x="3833" y="8115"/>
                    <a:pt x="4665" y="8433"/>
                    <a:pt x="5501" y="8433"/>
                  </a:cubicBezTo>
                  <a:cubicBezTo>
                    <a:pt x="6337" y="8433"/>
                    <a:pt x="7176" y="8115"/>
                    <a:pt x="7829" y="7479"/>
                  </a:cubicBezTo>
                  <a:cubicBezTo>
                    <a:pt x="9101" y="6206"/>
                    <a:pt x="9101" y="4151"/>
                    <a:pt x="7829" y="2847"/>
                  </a:cubicBezTo>
                  <a:lnTo>
                    <a:pt x="5904" y="955"/>
                  </a:lnTo>
                  <a:cubicBezTo>
                    <a:pt x="5268" y="319"/>
                    <a:pt x="4436" y="1"/>
                    <a:pt x="3605" y="1"/>
                  </a:cubicBezTo>
                  <a:close/>
                </a:path>
              </a:pathLst>
            </a:custGeom>
            <a:solidFill>
              <a:srgbClr val="B394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5"/>
            <p:cNvSpPr/>
            <p:nvPr/>
          </p:nvSpPr>
          <p:spPr>
            <a:xfrm>
              <a:off x="6498371" y="2115152"/>
              <a:ext cx="176766" cy="166724"/>
            </a:xfrm>
            <a:custGeom>
              <a:avLst/>
              <a:gdLst/>
              <a:ahLst/>
              <a:cxnLst/>
              <a:rect l="l" t="t" r="r" b="b"/>
              <a:pathLst>
                <a:path w="11353" h="10708" extrusionOk="0">
                  <a:moveTo>
                    <a:pt x="3601" y="0"/>
                  </a:moveTo>
                  <a:cubicBezTo>
                    <a:pt x="2765" y="0"/>
                    <a:pt x="1925" y="327"/>
                    <a:pt x="1272" y="979"/>
                  </a:cubicBezTo>
                  <a:cubicBezTo>
                    <a:pt x="0" y="2251"/>
                    <a:pt x="0" y="4306"/>
                    <a:pt x="1272" y="5578"/>
                  </a:cubicBezTo>
                  <a:lnTo>
                    <a:pt x="5448" y="9754"/>
                  </a:lnTo>
                  <a:cubicBezTo>
                    <a:pt x="6084" y="10390"/>
                    <a:pt x="6916" y="10708"/>
                    <a:pt x="7752" y="10708"/>
                  </a:cubicBezTo>
                  <a:cubicBezTo>
                    <a:pt x="8587" y="10708"/>
                    <a:pt x="9427" y="10390"/>
                    <a:pt x="10080" y="9754"/>
                  </a:cubicBezTo>
                  <a:cubicBezTo>
                    <a:pt x="11352" y="8481"/>
                    <a:pt x="11352" y="6426"/>
                    <a:pt x="10080" y="5122"/>
                  </a:cubicBezTo>
                  <a:lnTo>
                    <a:pt x="5904" y="979"/>
                  </a:lnTo>
                  <a:cubicBezTo>
                    <a:pt x="5268" y="327"/>
                    <a:pt x="4437" y="0"/>
                    <a:pt x="3601" y="0"/>
                  </a:cubicBezTo>
                  <a:close/>
                </a:path>
              </a:pathLst>
            </a:custGeom>
            <a:solidFill>
              <a:srgbClr val="B394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5"/>
            <p:cNvSpPr/>
            <p:nvPr/>
          </p:nvSpPr>
          <p:spPr>
            <a:xfrm>
              <a:off x="6655301" y="1809902"/>
              <a:ext cx="203173" cy="304752"/>
            </a:xfrm>
            <a:custGeom>
              <a:avLst/>
              <a:gdLst/>
              <a:ahLst/>
              <a:cxnLst/>
              <a:rect l="l" t="t" r="r" b="b"/>
              <a:pathLst>
                <a:path w="13049" h="19573" extrusionOk="0">
                  <a:moveTo>
                    <a:pt x="1" y="1"/>
                  </a:moveTo>
                  <a:lnTo>
                    <a:pt x="1" y="13049"/>
                  </a:lnTo>
                  <a:lnTo>
                    <a:pt x="6525" y="19573"/>
                  </a:lnTo>
                  <a:lnTo>
                    <a:pt x="13049" y="13049"/>
                  </a:lnTo>
                  <a:lnTo>
                    <a:pt x="13049" y="1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5"/>
            <p:cNvSpPr/>
            <p:nvPr/>
          </p:nvSpPr>
          <p:spPr>
            <a:xfrm>
              <a:off x="6502933" y="2267006"/>
              <a:ext cx="761856" cy="304752"/>
            </a:xfrm>
            <a:custGeom>
              <a:avLst/>
              <a:gdLst/>
              <a:ahLst/>
              <a:cxnLst/>
              <a:rect l="l" t="t" r="r" b="b"/>
              <a:pathLst>
                <a:path w="48931" h="19573" extrusionOk="0">
                  <a:moveTo>
                    <a:pt x="9787" y="1"/>
                  </a:moveTo>
                  <a:lnTo>
                    <a:pt x="1" y="9787"/>
                  </a:lnTo>
                  <a:lnTo>
                    <a:pt x="5970" y="15756"/>
                  </a:lnTo>
                  <a:cubicBezTo>
                    <a:pt x="8417" y="18203"/>
                    <a:pt x="11744" y="19573"/>
                    <a:pt x="15202" y="19573"/>
                  </a:cubicBezTo>
                  <a:lnTo>
                    <a:pt x="48931" y="19573"/>
                  </a:lnTo>
                  <a:lnTo>
                    <a:pt x="48931" y="16311"/>
                  </a:lnTo>
                  <a:cubicBezTo>
                    <a:pt x="48931" y="10896"/>
                    <a:pt x="44560" y="6525"/>
                    <a:pt x="39145" y="6525"/>
                  </a:cubicBezTo>
                  <a:lnTo>
                    <a:pt x="16311" y="6525"/>
                  </a:lnTo>
                  <a:lnTo>
                    <a:pt x="9787" y="1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5"/>
            <p:cNvSpPr/>
            <p:nvPr/>
          </p:nvSpPr>
          <p:spPr>
            <a:xfrm>
              <a:off x="7518720" y="2063849"/>
              <a:ext cx="457120" cy="507909"/>
            </a:xfrm>
            <a:custGeom>
              <a:avLst/>
              <a:gdLst/>
              <a:ahLst/>
              <a:cxnLst/>
              <a:rect l="l" t="t" r="r" b="b"/>
              <a:pathLst>
                <a:path w="29359" h="32621" extrusionOk="0">
                  <a:moveTo>
                    <a:pt x="6525" y="1"/>
                  </a:moveTo>
                  <a:lnTo>
                    <a:pt x="1" y="32621"/>
                  </a:lnTo>
                  <a:lnTo>
                    <a:pt x="22835" y="32621"/>
                  </a:lnTo>
                  <a:lnTo>
                    <a:pt x="29358" y="1"/>
                  </a:lnTo>
                  <a:close/>
                </a:path>
              </a:pathLst>
            </a:custGeom>
            <a:solidFill>
              <a:srgbClr val="6279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5"/>
            <p:cNvSpPr/>
            <p:nvPr/>
          </p:nvSpPr>
          <p:spPr>
            <a:xfrm>
              <a:off x="6401354" y="2774900"/>
              <a:ext cx="1523696" cy="1168170"/>
            </a:xfrm>
            <a:custGeom>
              <a:avLst/>
              <a:gdLst/>
              <a:ahLst/>
              <a:cxnLst/>
              <a:rect l="l" t="t" r="r" b="b"/>
              <a:pathLst>
                <a:path w="97861" h="75027" extrusionOk="0">
                  <a:moveTo>
                    <a:pt x="1" y="1"/>
                  </a:moveTo>
                  <a:cubicBezTo>
                    <a:pt x="1" y="10798"/>
                    <a:pt x="8776" y="19572"/>
                    <a:pt x="19573" y="19572"/>
                  </a:cubicBezTo>
                  <a:lnTo>
                    <a:pt x="65241" y="19572"/>
                  </a:lnTo>
                  <a:lnTo>
                    <a:pt x="84813" y="75026"/>
                  </a:lnTo>
                  <a:lnTo>
                    <a:pt x="97861" y="68502"/>
                  </a:lnTo>
                  <a:lnTo>
                    <a:pt x="83932" y="10015"/>
                  </a:lnTo>
                  <a:cubicBezTo>
                    <a:pt x="82529" y="4143"/>
                    <a:pt x="77277" y="1"/>
                    <a:pt x="7124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5"/>
            <p:cNvSpPr/>
            <p:nvPr/>
          </p:nvSpPr>
          <p:spPr>
            <a:xfrm>
              <a:off x="7721877" y="3841476"/>
              <a:ext cx="406330" cy="203173"/>
            </a:xfrm>
            <a:custGeom>
              <a:avLst/>
              <a:gdLst/>
              <a:ahLst/>
              <a:cxnLst/>
              <a:rect l="l" t="t" r="r" b="b"/>
              <a:pathLst>
                <a:path w="26097" h="13049" extrusionOk="0">
                  <a:moveTo>
                    <a:pt x="13049" y="0"/>
                  </a:moveTo>
                  <a:lnTo>
                    <a:pt x="1" y="6524"/>
                  </a:lnTo>
                  <a:lnTo>
                    <a:pt x="1" y="13048"/>
                  </a:lnTo>
                  <a:lnTo>
                    <a:pt x="26096" y="13048"/>
                  </a:lnTo>
                  <a:lnTo>
                    <a:pt x="26096" y="6524"/>
                  </a:lnTo>
                  <a:lnTo>
                    <a:pt x="130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5"/>
            <p:cNvSpPr/>
            <p:nvPr/>
          </p:nvSpPr>
          <p:spPr>
            <a:xfrm>
              <a:off x="8128192" y="1555955"/>
              <a:ext cx="1015802" cy="660277"/>
            </a:xfrm>
            <a:custGeom>
              <a:avLst/>
              <a:gdLst/>
              <a:ahLst/>
              <a:cxnLst/>
              <a:rect l="l" t="t" r="r" b="b"/>
              <a:pathLst>
                <a:path w="65241" h="42407" extrusionOk="0">
                  <a:moveTo>
                    <a:pt x="0" y="1"/>
                  </a:moveTo>
                  <a:lnTo>
                    <a:pt x="0" y="42407"/>
                  </a:lnTo>
                  <a:lnTo>
                    <a:pt x="65240" y="42407"/>
                  </a:lnTo>
                  <a:lnTo>
                    <a:pt x="65240" y="1"/>
                  </a:lnTo>
                  <a:close/>
                </a:path>
              </a:pathLst>
            </a:custGeom>
            <a:solidFill>
              <a:srgbClr val="8098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5"/>
            <p:cNvSpPr/>
            <p:nvPr/>
          </p:nvSpPr>
          <p:spPr>
            <a:xfrm>
              <a:off x="8178981" y="1962270"/>
              <a:ext cx="609488" cy="609488"/>
            </a:xfrm>
            <a:custGeom>
              <a:avLst/>
              <a:gdLst/>
              <a:ahLst/>
              <a:cxnLst/>
              <a:rect l="l" t="t" r="r" b="b"/>
              <a:pathLst>
                <a:path w="39145" h="39145" extrusionOk="0">
                  <a:moveTo>
                    <a:pt x="22834" y="1"/>
                  </a:moveTo>
                  <a:lnTo>
                    <a:pt x="22834" y="29359"/>
                  </a:lnTo>
                  <a:lnTo>
                    <a:pt x="0" y="29359"/>
                  </a:lnTo>
                  <a:lnTo>
                    <a:pt x="0" y="39145"/>
                  </a:lnTo>
                  <a:lnTo>
                    <a:pt x="39144" y="39145"/>
                  </a:lnTo>
                  <a:lnTo>
                    <a:pt x="39144" y="1"/>
                  </a:lnTo>
                  <a:close/>
                </a:path>
              </a:pathLst>
            </a:custGeom>
            <a:solidFill>
              <a:srgbClr val="6279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5"/>
            <p:cNvSpPr/>
            <p:nvPr/>
          </p:nvSpPr>
          <p:spPr>
            <a:xfrm>
              <a:off x="8483717" y="2774900"/>
              <a:ext cx="406330" cy="203173"/>
            </a:xfrm>
            <a:custGeom>
              <a:avLst/>
              <a:gdLst/>
              <a:ahLst/>
              <a:cxnLst/>
              <a:rect l="l" t="t" r="r" b="b"/>
              <a:pathLst>
                <a:path w="26097" h="13049" extrusionOk="0">
                  <a:moveTo>
                    <a:pt x="0" y="1"/>
                  </a:moveTo>
                  <a:lnTo>
                    <a:pt x="0" y="13048"/>
                  </a:lnTo>
                  <a:lnTo>
                    <a:pt x="26096" y="13048"/>
                  </a:lnTo>
                  <a:lnTo>
                    <a:pt x="260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5"/>
            <p:cNvSpPr/>
            <p:nvPr/>
          </p:nvSpPr>
          <p:spPr>
            <a:xfrm>
              <a:off x="8636085" y="2774900"/>
              <a:ext cx="101594" cy="203173"/>
            </a:xfrm>
            <a:custGeom>
              <a:avLst/>
              <a:gdLst/>
              <a:ahLst/>
              <a:cxnLst/>
              <a:rect l="l" t="t" r="r" b="b"/>
              <a:pathLst>
                <a:path w="6525" h="13049" extrusionOk="0">
                  <a:moveTo>
                    <a:pt x="0" y="1"/>
                  </a:moveTo>
                  <a:lnTo>
                    <a:pt x="0" y="13048"/>
                  </a:lnTo>
                  <a:lnTo>
                    <a:pt x="6524" y="13048"/>
                  </a:lnTo>
                  <a:lnTo>
                    <a:pt x="652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5"/>
            <p:cNvSpPr/>
            <p:nvPr/>
          </p:nvSpPr>
          <p:spPr>
            <a:xfrm>
              <a:off x="8331349" y="2978057"/>
              <a:ext cx="355541" cy="1066592"/>
            </a:xfrm>
            <a:custGeom>
              <a:avLst/>
              <a:gdLst/>
              <a:ahLst/>
              <a:cxnLst/>
              <a:rect l="l" t="t" r="r" b="b"/>
              <a:pathLst>
                <a:path w="22835" h="68503" extrusionOk="0">
                  <a:moveTo>
                    <a:pt x="9786" y="0"/>
                  </a:moveTo>
                  <a:lnTo>
                    <a:pt x="0" y="68502"/>
                  </a:lnTo>
                  <a:lnTo>
                    <a:pt x="9786" y="68502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5"/>
            <p:cNvSpPr/>
            <p:nvPr/>
          </p:nvSpPr>
          <p:spPr>
            <a:xfrm>
              <a:off x="8686875" y="2978057"/>
              <a:ext cx="355541" cy="1066592"/>
            </a:xfrm>
            <a:custGeom>
              <a:avLst/>
              <a:gdLst/>
              <a:ahLst/>
              <a:cxnLst/>
              <a:rect l="l" t="t" r="r" b="b"/>
              <a:pathLst>
                <a:path w="22835" h="68503" extrusionOk="0">
                  <a:moveTo>
                    <a:pt x="0" y="0"/>
                  </a:moveTo>
                  <a:lnTo>
                    <a:pt x="13048" y="68502"/>
                  </a:lnTo>
                  <a:lnTo>
                    <a:pt x="22834" y="68502"/>
                  </a:lnTo>
                  <a:lnTo>
                    <a:pt x="13048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5"/>
            <p:cNvSpPr/>
            <p:nvPr/>
          </p:nvSpPr>
          <p:spPr>
            <a:xfrm>
              <a:off x="6960037" y="2774900"/>
              <a:ext cx="406330" cy="203173"/>
            </a:xfrm>
            <a:custGeom>
              <a:avLst/>
              <a:gdLst/>
              <a:ahLst/>
              <a:cxnLst/>
              <a:rect l="l" t="t" r="r" b="b"/>
              <a:pathLst>
                <a:path w="26097" h="13049" extrusionOk="0">
                  <a:moveTo>
                    <a:pt x="1" y="1"/>
                  </a:moveTo>
                  <a:lnTo>
                    <a:pt x="1" y="13048"/>
                  </a:lnTo>
                  <a:lnTo>
                    <a:pt x="26097" y="13048"/>
                  </a:lnTo>
                  <a:lnTo>
                    <a:pt x="2609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5"/>
            <p:cNvSpPr/>
            <p:nvPr/>
          </p:nvSpPr>
          <p:spPr>
            <a:xfrm>
              <a:off x="7112405" y="2774900"/>
              <a:ext cx="101594" cy="203173"/>
            </a:xfrm>
            <a:custGeom>
              <a:avLst/>
              <a:gdLst/>
              <a:ahLst/>
              <a:cxnLst/>
              <a:rect l="l" t="t" r="r" b="b"/>
              <a:pathLst>
                <a:path w="6525" h="13049" extrusionOk="0">
                  <a:moveTo>
                    <a:pt x="1" y="1"/>
                  </a:moveTo>
                  <a:lnTo>
                    <a:pt x="1" y="13048"/>
                  </a:lnTo>
                  <a:lnTo>
                    <a:pt x="6525" y="13048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5"/>
            <p:cNvSpPr/>
            <p:nvPr/>
          </p:nvSpPr>
          <p:spPr>
            <a:xfrm>
              <a:off x="6807669" y="2978057"/>
              <a:ext cx="355541" cy="1066592"/>
            </a:xfrm>
            <a:custGeom>
              <a:avLst/>
              <a:gdLst/>
              <a:ahLst/>
              <a:cxnLst/>
              <a:rect l="l" t="t" r="r" b="b"/>
              <a:pathLst>
                <a:path w="22835" h="68503" extrusionOk="0">
                  <a:moveTo>
                    <a:pt x="9787" y="0"/>
                  </a:moveTo>
                  <a:lnTo>
                    <a:pt x="1" y="68502"/>
                  </a:lnTo>
                  <a:lnTo>
                    <a:pt x="9787" y="68502"/>
                  </a:lnTo>
                  <a:lnTo>
                    <a:pt x="22835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5"/>
            <p:cNvSpPr/>
            <p:nvPr/>
          </p:nvSpPr>
          <p:spPr>
            <a:xfrm>
              <a:off x="7163194" y="2978057"/>
              <a:ext cx="355541" cy="1066592"/>
            </a:xfrm>
            <a:custGeom>
              <a:avLst/>
              <a:gdLst/>
              <a:ahLst/>
              <a:cxnLst/>
              <a:rect l="l" t="t" r="r" b="b"/>
              <a:pathLst>
                <a:path w="22835" h="68503" extrusionOk="0">
                  <a:moveTo>
                    <a:pt x="1" y="0"/>
                  </a:moveTo>
                  <a:lnTo>
                    <a:pt x="13049" y="68502"/>
                  </a:lnTo>
                  <a:lnTo>
                    <a:pt x="22835" y="68502"/>
                  </a:lnTo>
                  <a:lnTo>
                    <a:pt x="13049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5"/>
            <p:cNvSpPr/>
            <p:nvPr/>
          </p:nvSpPr>
          <p:spPr>
            <a:xfrm>
              <a:off x="6706090" y="1809902"/>
              <a:ext cx="152384" cy="203173"/>
            </a:xfrm>
            <a:custGeom>
              <a:avLst/>
              <a:gdLst/>
              <a:ahLst/>
              <a:cxnLst/>
              <a:rect l="l" t="t" r="r" b="b"/>
              <a:pathLst>
                <a:path w="9787" h="13049" extrusionOk="0">
                  <a:moveTo>
                    <a:pt x="1" y="1"/>
                  </a:moveTo>
                  <a:lnTo>
                    <a:pt x="1" y="6525"/>
                  </a:lnTo>
                  <a:cubicBezTo>
                    <a:pt x="1" y="10113"/>
                    <a:pt x="2937" y="13049"/>
                    <a:pt x="6525" y="13049"/>
                  </a:cubicBezTo>
                  <a:lnTo>
                    <a:pt x="9787" y="13049"/>
                  </a:lnTo>
                  <a:lnTo>
                    <a:pt x="9787" y="1"/>
                  </a:lnTo>
                  <a:close/>
                </a:path>
              </a:pathLst>
            </a:custGeom>
            <a:solidFill>
              <a:srgbClr val="D5A6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5"/>
            <p:cNvSpPr/>
            <p:nvPr/>
          </p:nvSpPr>
          <p:spPr>
            <a:xfrm>
              <a:off x="6502933" y="1505166"/>
              <a:ext cx="304752" cy="304752"/>
            </a:xfrm>
            <a:custGeom>
              <a:avLst/>
              <a:gdLst/>
              <a:ahLst/>
              <a:cxnLst/>
              <a:rect l="l" t="t" r="r" b="b"/>
              <a:pathLst>
                <a:path w="19573" h="19573" extrusionOk="0">
                  <a:moveTo>
                    <a:pt x="9787" y="1"/>
                  </a:moveTo>
                  <a:cubicBezTo>
                    <a:pt x="4372" y="1"/>
                    <a:pt x="1" y="4372"/>
                    <a:pt x="1" y="9787"/>
                  </a:cubicBezTo>
                  <a:cubicBezTo>
                    <a:pt x="1" y="15202"/>
                    <a:pt x="4372" y="19573"/>
                    <a:pt x="9787" y="19573"/>
                  </a:cubicBezTo>
                  <a:cubicBezTo>
                    <a:pt x="15202" y="19573"/>
                    <a:pt x="19573" y="15202"/>
                    <a:pt x="19573" y="9787"/>
                  </a:cubicBezTo>
                  <a:cubicBezTo>
                    <a:pt x="19573" y="4372"/>
                    <a:pt x="15202" y="1"/>
                    <a:pt x="9787" y="1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5"/>
            <p:cNvSpPr/>
            <p:nvPr/>
          </p:nvSpPr>
          <p:spPr>
            <a:xfrm>
              <a:off x="6655301" y="1606745"/>
              <a:ext cx="203173" cy="203173"/>
            </a:xfrm>
            <a:custGeom>
              <a:avLst/>
              <a:gdLst/>
              <a:ahLst/>
              <a:cxnLst/>
              <a:rect l="l" t="t" r="r" b="b"/>
              <a:pathLst>
                <a:path w="13049" h="13049" extrusionOk="0">
                  <a:moveTo>
                    <a:pt x="6525" y="1"/>
                  </a:moveTo>
                  <a:cubicBezTo>
                    <a:pt x="2937" y="1"/>
                    <a:pt x="1" y="2937"/>
                    <a:pt x="1" y="6525"/>
                  </a:cubicBezTo>
                  <a:lnTo>
                    <a:pt x="1" y="13049"/>
                  </a:lnTo>
                  <a:lnTo>
                    <a:pt x="13049" y="13049"/>
                  </a:lnTo>
                  <a:lnTo>
                    <a:pt x="13049" y="6525"/>
                  </a:lnTo>
                  <a:cubicBezTo>
                    <a:pt x="13049" y="2937"/>
                    <a:pt x="10113" y="1"/>
                    <a:pt x="6525" y="1"/>
                  </a:cubicBezTo>
                  <a:close/>
                </a:path>
              </a:pathLst>
            </a:custGeom>
            <a:solidFill>
              <a:srgbClr val="8E7C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5"/>
            <p:cNvSpPr/>
            <p:nvPr/>
          </p:nvSpPr>
          <p:spPr>
            <a:xfrm>
              <a:off x="6655301" y="1708323"/>
              <a:ext cx="203173" cy="253962"/>
            </a:xfrm>
            <a:custGeom>
              <a:avLst/>
              <a:gdLst/>
              <a:ahLst/>
              <a:cxnLst/>
              <a:rect l="l" t="t" r="r" b="b"/>
              <a:pathLst>
                <a:path w="13049" h="16311" extrusionOk="0">
                  <a:moveTo>
                    <a:pt x="3263" y="1"/>
                  </a:moveTo>
                  <a:lnTo>
                    <a:pt x="1" y="3263"/>
                  </a:lnTo>
                  <a:lnTo>
                    <a:pt x="1" y="9787"/>
                  </a:lnTo>
                  <a:cubicBezTo>
                    <a:pt x="1" y="13375"/>
                    <a:pt x="2937" y="16311"/>
                    <a:pt x="6525" y="16311"/>
                  </a:cubicBezTo>
                  <a:cubicBezTo>
                    <a:pt x="10113" y="16311"/>
                    <a:pt x="13049" y="13375"/>
                    <a:pt x="13049" y="9787"/>
                  </a:cubicBezTo>
                  <a:lnTo>
                    <a:pt x="13049" y="3263"/>
                  </a:lnTo>
                  <a:lnTo>
                    <a:pt x="11124" y="3263"/>
                  </a:lnTo>
                  <a:cubicBezTo>
                    <a:pt x="8188" y="3263"/>
                    <a:pt x="5350" y="2088"/>
                    <a:pt x="3263" y="1"/>
                  </a:cubicBez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9" name="Google Shape;839;p35"/>
          <p:cNvGrpSpPr/>
          <p:nvPr/>
        </p:nvGrpSpPr>
        <p:grpSpPr>
          <a:xfrm>
            <a:off x="2598300" y="1013625"/>
            <a:ext cx="95400" cy="3116250"/>
            <a:chOff x="4524300" y="1013625"/>
            <a:chExt cx="95400" cy="3116250"/>
          </a:xfrm>
        </p:grpSpPr>
        <p:sp>
          <p:nvSpPr>
            <p:cNvPr id="840" name="Google Shape;840;p35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5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5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5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5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5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3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Број</a:t>
            </a:r>
            <a:r>
              <a:rPr lang="en"/>
              <a:t> ИОТ </a:t>
            </a:r>
            <a:r>
              <a:rPr lang="en" err="1"/>
              <a:t>уређаја</a:t>
            </a:r>
            <a:r>
              <a:rPr lang="en"/>
              <a:t> у </a:t>
            </a:r>
            <a:r>
              <a:rPr lang="en" err="1"/>
              <a:t>свету</a:t>
            </a:r>
          </a:p>
        </p:txBody>
      </p:sp>
      <p:sp>
        <p:nvSpPr>
          <p:cNvPr id="853" name="Google Shape;853;p36"/>
          <p:cNvSpPr txBox="1"/>
          <p:nvPr/>
        </p:nvSpPr>
        <p:spPr>
          <a:xfrm>
            <a:off x="6806213" y="2892435"/>
            <a:ext cx="23079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 </a:t>
            </a:r>
            <a:r>
              <a:rPr lang="en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милијарди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уређаја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у 2025. </a:t>
            </a:r>
            <a:r>
              <a:rPr lang="en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години</a:t>
            </a:r>
            <a:endParaRPr lang="en-US" err="1">
              <a:solidFill>
                <a:schemeClr val="dk1"/>
              </a:solidFill>
            </a:endParaRPr>
          </a:p>
        </p:txBody>
      </p:sp>
      <p:sp>
        <p:nvSpPr>
          <p:cNvPr id="855" name="Google Shape;855;p36"/>
          <p:cNvSpPr/>
          <p:nvPr/>
        </p:nvSpPr>
        <p:spPr>
          <a:xfrm>
            <a:off x="6526253" y="3041565"/>
            <a:ext cx="274200" cy="273900"/>
          </a:xfrm>
          <a:prstGeom prst="ellipse">
            <a:avLst/>
          </a:prstGeom>
          <a:solidFill>
            <a:srgbClr val="878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857" name="Google Shape;857;p36"/>
          <p:cNvSpPr/>
          <p:nvPr/>
        </p:nvSpPr>
        <p:spPr>
          <a:xfrm>
            <a:off x="6537036" y="1887410"/>
            <a:ext cx="274200" cy="27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2" name="Picture 1" descr="A graph with blue bars&#10;&#10;AI-generated content may be incorrect.">
            <a:extLst>
              <a:ext uri="{FF2B5EF4-FFF2-40B4-BE49-F238E27FC236}">
                <a16:creationId xmlns:a16="http://schemas.microsoft.com/office/drawing/2014/main" id="{989C758B-AE51-272C-51C7-FA79AED28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69" y="1282011"/>
            <a:ext cx="5668454" cy="27196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9F017F-D2E9-CAB5-ADEF-7071478AD023}"/>
              </a:ext>
            </a:extLst>
          </p:cNvPr>
          <p:cNvSpPr txBox="1"/>
          <p:nvPr/>
        </p:nvSpPr>
        <p:spPr>
          <a:xfrm>
            <a:off x="6813209" y="1759015"/>
            <a:ext cx="208084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40 </a:t>
            </a:r>
            <a:r>
              <a:rPr lang="en-US" err="1">
                <a:solidFill>
                  <a:schemeClr val="tx1"/>
                </a:solidFill>
              </a:rPr>
              <a:t>милијарди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уређаја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до</a:t>
            </a:r>
            <a:r>
              <a:rPr lang="en-US">
                <a:solidFill>
                  <a:schemeClr val="tx1"/>
                </a:solidFill>
              </a:rPr>
              <a:t> 2034. </a:t>
            </a:r>
            <a:r>
              <a:rPr lang="en-US" err="1">
                <a:solidFill>
                  <a:schemeClr val="tx1"/>
                </a:solidFill>
              </a:rPr>
              <a:t>године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49">
          <a:extLst>
            <a:ext uri="{FF2B5EF4-FFF2-40B4-BE49-F238E27FC236}">
              <a16:creationId xmlns:a16="http://schemas.microsoft.com/office/drawing/2014/main" id="{C059E036-398F-C0FB-62DA-14CEF1754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36">
            <a:extLst>
              <a:ext uri="{FF2B5EF4-FFF2-40B4-BE49-F238E27FC236}">
                <a16:creationId xmlns:a16="http://schemas.microsoft.com/office/drawing/2014/main" id="{37033641-12EC-7C30-E593-66ED962D28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Број</a:t>
            </a:r>
            <a:r>
              <a:rPr lang="en"/>
              <a:t> ИОТ </a:t>
            </a:r>
            <a:r>
              <a:rPr lang="en" err="1"/>
              <a:t>уређаја</a:t>
            </a:r>
            <a:r>
              <a:rPr lang="en"/>
              <a:t> у </a:t>
            </a:r>
            <a:r>
              <a:rPr lang="en" err="1"/>
              <a:t>свету</a:t>
            </a:r>
          </a:p>
        </p:txBody>
      </p:sp>
      <p:sp>
        <p:nvSpPr>
          <p:cNvPr id="853" name="Google Shape;853;p36">
            <a:extLst>
              <a:ext uri="{FF2B5EF4-FFF2-40B4-BE49-F238E27FC236}">
                <a16:creationId xmlns:a16="http://schemas.microsoft.com/office/drawing/2014/main" id="{21F856CA-A7EA-4B44-88F8-EB75424FC203}"/>
              </a:ext>
            </a:extLst>
          </p:cNvPr>
          <p:cNvSpPr txBox="1"/>
          <p:nvPr/>
        </p:nvSpPr>
        <p:spPr>
          <a:xfrm>
            <a:off x="6806213" y="2892435"/>
            <a:ext cx="23079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 </a:t>
            </a:r>
            <a:r>
              <a:rPr lang="en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милијарди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уређаја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у 2025. </a:t>
            </a:r>
            <a:r>
              <a:rPr lang="en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години</a:t>
            </a:r>
            <a:endParaRPr lang="en-US" err="1">
              <a:solidFill>
                <a:schemeClr val="dk1"/>
              </a:solidFill>
            </a:endParaRPr>
          </a:p>
        </p:txBody>
      </p:sp>
      <p:sp>
        <p:nvSpPr>
          <p:cNvPr id="855" name="Google Shape;855;p36">
            <a:extLst>
              <a:ext uri="{FF2B5EF4-FFF2-40B4-BE49-F238E27FC236}">
                <a16:creationId xmlns:a16="http://schemas.microsoft.com/office/drawing/2014/main" id="{519ABD29-54EB-4989-F4E4-560647372CDB}"/>
              </a:ext>
            </a:extLst>
          </p:cNvPr>
          <p:cNvSpPr/>
          <p:nvPr/>
        </p:nvSpPr>
        <p:spPr>
          <a:xfrm>
            <a:off x="6526253" y="3041565"/>
            <a:ext cx="274200" cy="273900"/>
          </a:xfrm>
          <a:prstGeom prst="ellipse">
            <a:avLst/>
          </a:prstGeom>
          <a:solidFill>
            <a:srgbClr val="878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857" name="Google Shape;857;p36">
            <a:extLst>
              <a:ext uri="{FF2B5EF4-FFF2-40B4-BE49-F238E27FC236}">
                <a16:creationId xmlns:a16="http://schemas.microsoft.com/office/drawing/2014/main" id="{0BD45581-C9A1-2AEA-B791-5CB9C4336B0D}"/>
              </a:ext>
            </a:extLst>
          </p:cNvPr>
          <p:cNvSpPr/>
          <p:nvPr/>
        </p:nvSpPr>
        <p:spPr>
          <a:xfrm>
            <a:off x="6537036" y="1887410"/>
            <a:ext cx="274200" cy="27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2" name="Picture 1" descr="A graph with blue bars&#10;&#10;AI-generated content may be incorrect.">
            <a:extLst>
              <a:ext uri="{FF2B5EF4-FFF2-40B4-BE49-F238E27FC236}">
                <a16:creationId xmlns:a16="http://schemas.microsoft.com/office/drawing/2014/main" id="{0F4E0CE4-2BCB-407B-96C4-8129C63F8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69" y="1282011"/>
            <a:ext cx="5668454" cy="27196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4691C7-91FE-419F-F1B8-EDC8D2F805C4}"/>
              </a:ext>
            </a:extLst>
          </p:cNvPr>
          <p:cNvSpPr txBox="1"/>
          <p:nvPr/>
        </p:nvSpPr>
        <p:spPr>
          <a:xfrm>
            <a:off x="6813209" y="1759015"/>
            <a:ext cx="208084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40 </a:t>
            </a:r>
            <a:r>
              <a:rPr lang="en-US" err="1">
                <a:solidFill>
                  <a:schemeClr val="tx1"/>
                </a:solidFill>
              </a:rPr>
              <a:t>милијарди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уређаја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до</a:t>
            </a:r>
            <a:r>
              <a:rPr lang="en-US">
                <a:solidFill>
                  <a:schemeClr val="tx1"/>
                </a:solidFill>
              </a:rPr>
              <a:t> 2034. </a:t>
            </a:r>
            <a:r>
              <a:rPr lang="en-US" err="1">
                <a:solidFill>
                  <a:schemeClr val="tx1"/>
                </a:solidFill>
              </a:rPr>
              <a:t>године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59A702-888C-CEDA-A276-CC9FAAB7ABE1}"/>
              </a:ext>
            </a:extLst>
          </p:cNvPr>
          <p:cNvSpPr txBox="1"/>
          <p:nvPr/>
        </p:nvSpPr>
        <p:spPr>
          <a:xfrm>
            <a:off x="703384" y="4249615"/>
            <a:ext cx="731226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chemeClr val="tx1"/>
                </a:solidFill>
              </a:rPr>
              <a:t>Број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послова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на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i="1">
                <a:solidFill>
                  <a:schemeClr val="tx1"/>
                </a:solidFill>
              </a:rPr>
              <a:t>indeed.com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err="1">
                <a:solidFill>
                  <a:schemeClr val="tx1"/>
                </a:solidFill>
              </a:rPr>
              <a:t>је</a:t>
            </a:r>
            <a:r>
              <a:rPr lang="en-US">
                <a:solidFill>
                  <a:schemeClr val="tx1"/>
                </a:solidFill>
              </a:rPr>
              <a:t> 64: </a:t>
            </a:r>
            <a:r>
              <a:rPr lang="en-US" i="1">
                <a:solidFill>
                  <a:schemeClr val="tx1"/>
                </a:solidFill>
              </a:rPr>
              <a:t>https://www.indeed.com/q-zephyr-rtos-jobs.html</a:t>
            </a:r>
          </a:p>
        </p:txBody>
      </p:sp>
    </p:spTree>
    <p:extLst>
      <p:ext uri="{BB962C8B-B14F-4D97-AF65-F5344CB8AC3E}">
        <p14:creationId xmlns:p14="http://schemas.microsoft.com/office/powerpoint/2010/main" val="4126934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7"/>
          <p:cNvSpPr txBox="1">
            <a:spLocks noGrp="1"/>
          </p:cNvSpPr>
          <p:nvPr>
            <p:ph type="title"/>
          </p:nvPr>
        </p:nvSpPr>
        <p:spPr>
          <a:xfrm>
            <a:off x="5162060" y="2286734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Решење</a:t>
            </a:r>
            <a:endParaRPr err="1"/>
          </a:p>
        </p:txBody>
      </p:sp>
      <p:sp>
        <p:nvSpPr>
          <p:cNvPr id="864" name="Google Shape;864;p37"/>
          <p:cNvSpPr txBox="1">
            <a:spLocks noGrp="1"/>
          </p:cNvSpPr>
          <p:nvPr>
            <p:ph type="body" idx="1"/>
          </p:nvPr>
        </p:nvSpPr>
        <p:spPr>
          <a:xfrm>
            <a:off x="5162065" y="2853683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SzPts val="1100"/>
              <a:buNone/>
            </a:pPr>
            <a:r>
              <a:rPr lang="en" err="1"/>
              <a:t>Редовније</a:t>
            </a:r>
            <a:r>
              <a:rPr lang="en"/>
              <a:t> </a:t>
            </a:r>
            <a:r>
              <a:rPr lang="en" err="1"/>
              <a:t>ажурирање</a:t>
            </a:r>
            <a:r>
              <a:rPr lang="en"/>
              <a:t> </a:t>
            </a:r>
            <a:r>
              <a:rPr lang="en" err="1"/>
              <a:t>софтвера</a:t>
            </a:r>
            <a:r>
              <a:rPr lang="en"/>
              <a:t> и </a:t>
            </a:r>
            <a:r>
              <a:rPr lang="en" err="1"/>
              <a:t>аутентификација</a:t>
            </a:r>
            <a:r>
              <a:rPr lang="en"/>
              <a:t> </a:t>
            </a:r>
            <a:r>
              <a:rPr lang="en" err="1"/>
              <a:t>корисника</a:t>
            </a:r>
            <a:r>
              <a:rPr lang="en"/>
              <a:t>.  </a:t>
            </a:r>
          </a:p>
        </p:txBody>
      </p:sp>
      <p:sp>
        <p:nvSpPr>
          <p:cNvPr id="865" name="Google Shape;865;p37"/>
          <p:cNvSpPr txBox="1">
            <a:spLocks noGrp="1"/>
          </p:cNvSpPr>
          <p:nvPr>
            <p:ph type="body" idx="2"/>
          </p:nvPr>
        </p:nvSpPr>
        <p:spPr>
          <a:xfrm>
            <a:off x="1836640" y="2853683"/>
            <a:ext cx="2145300" cy="1297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SzPts val="1100"/>
              <a:buNone/>
            </a:pPr>
            <a:r>
              <a:rPr lang="en" err="1"/>
              <a:t>Безбедност</a:t>
            </a:r>
            <a:r>
              <a:rPr lang="en"/>
              <a:t> и </a:t>
            </a:r>
            <a:r>
              <a:rPr lang="en" err="1"/>
              <a:t>приватност</a:t>
            </a:r>
            <a:r>
              <a:rPr lang="en"/>
              <a:t> </a:t>
            </a:r>
            <a:r>
              <a:rPr lang="en" err="1"/>
              <a:t>података</a:t>
            </a:r>
            <a:r>
              <a:rPr lang="en"/>
              <a:t>. </a:t>
            </a:r>
            <a:r>
              <a:rPr lang="en" err="1"/>
              <a:t>Више</a:t>
            </a:r>
            <a:r>
              <a:rPr lang="en"/>
              <a:t> </a:t>
            </a:r>
            <a:r>
              <a:rPr lang="en" err="1"/>
              <a:t>повезаних</a:t>
            </a:r>
            <a:r>
              <a:rPr lang="en"/>
              <a:t> </a:t>
            </a:r>
            <a:r>
              <a:rPr lang="en" err="1"/>
              <a:t>уређаја</a:t>
            </a:r>
            <a:r>
              <a:rPr lang="en"/>
              <a:t> </a:t>
            </a:r>
            <a:r>
              <a:rPr lang="en" err="1"/>
              <a:t>доводи</a:t>
            </a:r>
            <a:r>
              <a:rPr lang="en"/>
              <a:t> </a:t>
            </a:r>
            <a:r>
              <a:rPr lang="en" err="1"/>
              <a:t>до</a:t>
            </a:r>
            <a:r>
              <a:rPr lang="en"/>
              <a:t> </a:t>
            </a:r>
            <a:r>
              <a:rPr lang="en" err="1"/>
              <a:t>више</a:t>
            </a:r>
            <a:r>
              <a:rPr lang="en"/>
              <a:t> </a:t>
            </a:r>
            <a:r>
              <a:rPr lang="en" err="1"/>
              <a:t>тачака</a:t>
            </a:r>
            <a:r>
              <a:rPr lang="en"/>
              <a:t> </a:t>
            </a:r>
            <a:r>
              <a:rPr lang="en" err="1"/>
              <a:t>за</a:t>
            </a:r>
            <a:r>
              <a:rPr lang="en"/>
              <a:t> </a:t>
            </a:r>
            <a:r>
              <a:rPr lang="en" err="1"/>
              <a:t>напад</a:t>
            </a:r>
            <a:r>
              <a:rPr lang="en"/>
              <a:t>. </a:t>
            </a:r>
          </a:p>
        </p:txBody>
      </p:sp>
      <p:sp>
        <p:nvSpPr>
          <p:cNvPr id="866" name="Google Shape;866;p37"/>
          <p:cNvSpPr txBox="1">
            <a:spLocks noGrp="1"/>
          </p:cNvSpPr>
          <p:nvPr>
            <p:ph type="title" idx="3"/>
          </p:nvPr>
        </p:nvSpPr>
        <p:spPr>
          <a:xfrm>
            <a:off x="1836635" y="2286734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Проблем</a:t>
            </a:r>
            <a:endParaRPr err="1"/>
          </a:p>
        </p:txBody>
      </p:sp>
      <p:sp>
        <p:nvSpPr>
          <p:cNvPr id="867" name="Google Shape;867;p37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VS SOLUTION</a:t>
            </a:r>
            <a:endParaRPr/>
          </a:p>
        </p:txBody>
      </p:sp>
      <p:grpSp>
        <p:nvGrpSpPr>
          <p:cNvPr id="868" name="Google Shape;868;p37"/>
          <p:cNvGrpSpPr/>
          <p:nvPr/>
        </p:nvGrpSpPr>
        <p:grpSpPr>
          <a:xfrm>
            <a:off x="5999604" y="1751566"/>
            <a:ext cx="469887" cy="469887"/>
            <a:chOff x="1487200" y="4993750"/>
            <a:chExt cx="483125" cy="483125"/>
          </a:xfrm>
        </p:grpSpPr>
        <p:sp>
          <p:nvSpPr>
            <p:cNvPr id="869" name="Google Shape;869;p37"/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870" name="Google Shape;870;p37"/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grpSp>
        <p:nvGrpSpPr>
          <p:cNvPr id="871" name="Google Shape;871;p37"/>
          <p:cNvGrpSpPr/>
          <p:nvPr/>
        </p:nvGrpSpPr>
        <p:grpSpPr>
          <a:xfrm>
            <a:off x="2674509" y="1751566"/>
            <a:ext cx="469887" cy="469887"/>
            <a:chOff x="2081650" y="4993750"/>
            <a:chExt cx="483125" cy="483125"/>
          </a:xfrm>
        </p:grpSpPr>
        <p:sp>
          <p:nvSpPr>
            <p:cNvPr id="872" name="Google Shape;872;p37"/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3" name="Google Shape;873;p37"/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74" name="Google Shape;874;p37"/>
          <p:cNvGrpSpPr/>
          <p:nvPr/>
        </p:nvGrpSpPr>
        <p:grpSpPr>
          <a:xfrm>
            <a:off x="4524300" y="1242225"/>
            <a:ext cx="95400" cy="3116250"/>
            <a:chOff x="4524300" y="1013625"/>
            <a:chExt cx="95400" cy="3116250"/>
          </a:xfrm>
        </p:grpSpPr>
        <p:sp>
          <p:nvSpPr>
            <p:cNvPr id="875" name="Google Shape;875;p37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7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7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7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7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7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40"/>
          <p:cNvSpPr txBox="1">
            <a:spLocks noGrp="1"/>
          </p:cNvSpPr>
          <p:nvPr>
            <p:ph type="title"/>
          </p:nvPr>
        </p:nvSpPr>
        <p:spPr>
          <a:xfrm>
            <a:off x="1396449" y="1834838"/>
            <a:ext cx="6351203" cy="11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21,000,000,000</a:t>
            </a:r>
            <a:endParaRPr lang="en-US"/>
          </a:p>
        </p:txBody>
      </p:sp>
      <p:sp>
        <p:nvSpPr>
          <p:cNvPr id="924" name="Google Shape;924;p40"/>
          <p:cNvSpPr txBox="1">
            <a:spLocks noGrp="1"/>
          </p:cNvSpPr>
          <p:nvPr>
            <p:ph type="body" idx="1"/>
          </p:nvPr>
        </p:nvSpPr>
        <p:spPr>
          <a:xfrm>
            <a:off x="2524200" y="2955575"/>
            <a:ext cx="4095600" cy="35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" err="1"/>
              <a:t>Уређаја</a:t>
            </a:r>
            <a:r>
              <a:rPr lang="en"/>
              <a:t> </a:t>
            </a:r>
            <a:r>
              <a:rPr lang="en" err="1"/>
              <a:t>према</a:t>
            </a:r>
            <a:r>
              <a:rPr lang="en"/>
              <a:t> </a:t>
            </a:r>
            <a:r>
              <a:rPr lang="en" err="1"/>
              <a:t>компанији</a:t>
            </a:r>
            <a:r>
              <a:rPr lang="en"/>
              <a:t> </a:t>
            </a:r>
            <a:r>
              <a:rPr lang="en" err="1"/>
              <a:t>Гартнер</a:t>
            </a:r>
            <a:r>
              <a:rPr lang="en"/>
              <a:t> у 2025. </a:t>
            </a:r>
            <a:r>
              <a:rPr lang="en" err="1"/>
              <a:t>години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41"/>
          <p:cNvSpPr txBox="1">
            <a:spLocks noGrp="1"/>
          </p:cNvSpPr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30" name="Google Shape;930;p41"/>
          <p:cNvSpPr txBox="1">
            <a:spLocks noGrp="1"/>
          </p:cNvSpPr>
          <p:nvPr>
            <p:ph type="title" idx="2"/>
          </p:nvPr>
        </p:nvSpPr>
        <p:spPr>
          <a:xfrm>
            <a:off x="3216900" y="2744525"/>
            <a:ext cx="2751396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ZephyrOS</a:t>
            </a:r>
            <a:r>
              <a:rPr lang="en"/>
              <a:t> - </a:t>
            </a:r>
            <a:r>
              <a:rPr lang="en" err="1"/>
              <a:t>Зашто</a:t>
            </a:r>
            <a:r>
              <a:rPr lang="en"/>
              <a:t>?</a:t>
            </a:r>
          </a:p>
        </p:txBody>
      </p:sp>
      <p:grpSp>
        <p:nvGrpSpPr>
          <p:cNvPr id="931" name="Google Shape;931;p41"/>
          <p:cNvGrpSpPr/>
          <p:nvPr/>
        </p:nvGrpSpPr>
        <p:grpSpPr>
          <a:xfrm>
            <a:off x="6351340" y="1383010"/>
            <a:ext cx="2301266" cy="2377467"/>
            <a:chOff x="6945936" y="1456203"/>
            <a:chExt cx="2159597" cy="2231107"/>
          </a:xfrm>
        </p:grpSpPr>
        <p:sp>
          <p:nvSpPr>
            <p:cNvPr id="932" name="Google Shape;932;p41"/>
            <p:cNvSpPr/>
            <p:nvPr/>
          </p:nvSpPr>
          <p:spPr>
            <a:xfrm>
              <a:off x="7643769" y="1456203"/>
              <a:ext cx="1461763" cy="1846434"/>
            </a:xfrm>
            <a:custGeom>
              <a:avLst/>
              <a:gdLst/>
              <a:ahLst/>
              <a:cxnLst/>
              <a:rect l="l" t="t" r="r" b="b"/>
              <a:pathLst>
                <a:path w="123957" h="156577" extrusionOk="0">
                  <a:moveTo>
                    <a:pt x="1" y="1"/>
                  </a:moveTo>
                  <a:lnTo>
                    <a:pt x="1" y="16311"/>
                  </a:lnTo>
                  <a:lnTo>
                    <a:pt x="107646" y="16311"/>
                  </a:lnTo>
                  <a:lnTo>
                    <a:pt x="107646" y="156576"/>
                  </a:lnTo>
                  <a:lnTo>
                    <a:pt x="123956" y="156576"/>
                  </a:lnTo>
                  <a:lnTo>
                    <a:pt x="123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1"/>
            <p:cNvSpPr/>
            <p:nvPr/>
          </p:nvSpPr>
          <p:spPr>
            <a:xfrm>
              <a:off x="7451434" y="1648538"/>
              <a:ext cx="1461763" cy="1846434"/>
            </a:xfrm>
            <a:custGeom>
              <a:avLst/>
              <a:gdLst/>
              <a:ahLst/>
              <a:cxnLst/>
              <a:rect l="l" t="t" r="r" b="b"/>
              <a:pathLst>
                <a:path w="123957" h="156577" extrusionOk="0">
                  <a:moveTo>
                    <a:pt x="1" y="1"/>
                  </a:moveTo>
                  <a:lnTo>
                    <a:pt x="1" y="16311"/>
                  </a:lnTo>
                  <a:lnTo>
                    <a:pt x="81550" y="16311"/>
                  </a:lnTo>
                  <a:lnTo>
                    <a:pt x="107646" y="42407"/>
                  </a:lnTo>
                  <a:lnTo>
                    <a:pt x="107646" y="156576"/>
                  </a:lnTo>
                  <a:lnTo>
                    <a:pt x="123956" y="156576"/>
                  </a:lnTo>
                  <a:lnTo>
                    <a:pt x="123956" y="140266"/>
                  </a:lnTo>
                  <a:lnTo>
                    <a:pt x="1239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1"/>
            <p:cNvSpPr/>
            <p:nvPr/>
          </p:nvSpPr>
          <p:spPr>
            <a:xfrm>
              <a:off x="7259100" y="1840875"/>
              <a:ext cx="1487174" cy="1846434"/>
            </a:xfrm>
            <a:custGeom>
              <a:avLst/>
              <a:gdLst/>
              <a:ahLst/>
              <a:cxnLst/>
              <a:rect l="l" t="t" r="r" b="b"/>
              <a:pathLst>
                <a:path w="123957" h="156577" extrusionOk="0">
                  <a:moveTo>
                    <a:pt x="1" y="1"/>
                  </a:moveTo>
                  <a:lnTo>
                    <a:pt x="1" y="156576"/>
                  </a:lnTo>
                  <a:lnTo>
                    <a:pt x="123956" y="156576"/>
                  </a:lnTo>
                  <a:lnTo>
                    <a:pt x="123956" y="27043"/>
                  </a:lnTo>
                  <a:lnTo>
                    <a:pt x="980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1"/>
            <p:cNvSpPr/>
            <p:nvPr/>
          </p:nvSpPr>
          <p:spPr>
            <a:xfrm>
              <a:off x="6945936" y="2917954"/>
              <a:ext cx="769354" cy="769354"/>
            </a:xfrm>
            <a:custGeom>
              <a:avLst/>
              <a:gdLst/>
              <a:ahLst/>
              <a:cxnLst/>
              <a:rect l="l" t="t" r="r" b="b"/>
              <a:pathLst>
                <a:path w="65241" h="65241" extrusionOk="0">
                  <a:moveTo>
                    <a:pt x="26097" y="0"/>
                  </a:moveTo>
                  <a:lnTo>
                    <a:pt x="26097" y="10732"/>
                  </a:lnTo>
                  <a:cubicBezTo>
                    <a:pt x="24596" y="11189"/>
                    <a:pt x="23128" y="11776"/>
                    <a:pt x="21758" y="12526"/>
                  </a:cubicBezTo>
                  <a:lnTo>
                    <a:pt x="21726" y="12526"/>
                  </a:lnTo>
                  <a:lnTo>
                    <a:pt x="14158" y="4926"/>
                  </a:lnTo>
                  <a:lnTo>
                    <a:pt x="4927" y="14157"/>
                  </a:lnTo>
                  <a:lnTo>
                    <a:pt x="12527" y="21758"/>
                  </a:lnTo>
                  <a:cubicBezTo>
                    <a:pt x="11777" y="23128"/>
                    <a:pt x="11190" y="24596"/>
                    <a:pt x="10733" y="26096"/>
                  </a:cubicBezTo>
                  <a:lnTo>
                    <a:pt x="1" y="26096"/>
                  </a:lnTo>
                  <a:lnTo>
                    <a:pt x="1" y="39144"/>
                  </a:lnTo>
                  <a:lnTo>
                    <a:pt x="10733" y="39144"/>
                  </a:lnTo>
                  <a:cubicBezTo>
                    <a:pt x="11190" y="40645"/>
                    <a:pt x="11777" y="42113"/>
                    <a:pt x="12527" y="43483"/>
                  </a:cubicBezTo>
                  <a:lnTo>
                    <a:pt x="12527" y="43515"/>
                  </a:lnTo>
                  <a:lnTo>
                    <a:pt x="4927" y="51083"/>
                  </a:lnTo>
                  <a:lnTo>
                    <a:pt x="14158" y="60315"/>
                  </a:lnTo>
                  <a:lnTo>
                    <a:pt x="21758" y="52714"/>
                  </a:lnTo>
                  <a:cubicBezTo>
                    <a:pt x="23128" y="53464"/>
                    <a:pt x="24596" y="54052"/>
                    <a:pt x="26097" y="54508"/>
                  </a:cubicBezTo>
                  <a:lnTo>
                    <a:pt x="26097" y="65240"/>
                  </a:lnTo>
                  <a:lnTo>
                    <a:pt x="39145" y="65240"/>
                  </a:lnTo>
                  <a:lnTo>
                    <a:pt x="39145" y="54508"/>
                  </a:lnTo>
                  <a:cubicBezTo>
                    <a:pt x="40645" y="54052"/>
                    <a:pt x="42113" y="53464"/>
                    <a:pt x="43483" y="52714"/>
                  </a:cubicBezTo>
                  <a:lnTo>
                    <a:pt x="51084" y="60315"/>
                  </a:lnTo>
                  <a:lnTo>
                    <a:pt x="60315" y="51083"/>
                  </a:lnTo>
                  <a:lnTo>
                    <a:pt x="52715" y="43515"/>
                  </a:lnTo>
                  <a:lnTo>
                    <a:pt x="52715" y="43483"/>
                  </a:lnTo>
                  <a:cubicBezTo>
                    <a:pt x="53465" y="42113"/>
                    <a:pt x="54052" y="40645"/>
                    <a:pt x="54509" y="39144"/>
                  </a:cubicBezTo>
                  <a:lnTo>
                    <a:pt x="65241" y="39144"/>
                  </a:lnTo>
                  <a:lnTo>
                    <a:pt x="65241" y="26096"/>
                  </a:lnTo>
                  <a:lnTo>
                    <a:pt x="54509" y="26096"/>
                  </a:lnTo>
                  <a:cubicBezTo>
                    <a:pt x="54052" y="24596"/>
                    <a:pt x="53465" y="23128"/>
                    <a:pt x="52715" y="21758"/>
                  </a:cubicBezTo>
                  <a:lnTo>
                    <a:pt x="60315" y="14157"/>
                  </a:lnTo>
                  <a:lnTo>
                    <a:pt x="51084" y="4926"/>
                  </a:lnTo>
                  <a:lnTo>
                    <a:pt x="43516" y="12526"/>
                  </a:lnTo>
                  <a:lnTo>
                    <a:pt x="43483" y="12526"/>
                  </a:lnTo>
                  <a:cubicBezTo>
                    <a:pt x="42113" y="11776"/>
                    <a:pt x="40645" y="11189"/>
                    <a:pt x="39145" y="10732"/>
                  </a:cubicBezTo>
                  <a:lnTo>
                    <a:pt x="39145" y="0"/>
                  </a:lnTo>
                  <a:close/>
                </a:path>
              </a:pathLst>
            </a:custGeom>
            <a:solidFill>
              <a:srgbClr val="67E0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1"/>
            <p:cNvSpPr/>
            <p:nvPr/>
          </p:nvSpPr>
          <p:spPr>
            <a:xfrm>
              <a:off x="7215206" y="3187224"/>
              <a:ext cx="230815" cy="230815"/>
            </a:xfrm>
            <a:custGeom>
              <a:avLst/>
              <a:gdLst/>
              <a:ahLst/>
              <a:cxnLst/>
              <a:rect l="l" t="t" r="r" b="b"/>
              <a:pathLst>
                <a:path w="19573" h="19573" extrusionOk="0">
                  <a:moveTo>
                    <a:pt x="9787" y="0"/>
                  </a:moveTo>
                  <a:cubicBezTo>
                    <a:pt x="4372" y="0"/>
                    <a:pt x="1" y="4371"/>
                    <a:pt x="1" y="9786"/>
                  </a:cubicBezTo>
                  <a:cubicBezTo>
                    <a:pt x="1" y="15201"/>
                    <a:pt x="4372" y="19572"/>
                    <a:pt x="9787" y="19572"/>
                  </a:cubicBezTo>
                  <a:cubicBezTo>
                    <a:pt x="15202" y="19572"/>
                    <a:pt x="19573" y="15201"/>
                    <a:pt x="19573" y="9786"/>
                  </a:cubicBezTo>
                  <a:cubicBezTo>
                    <a:pt x="19573" y="4371"/>
                    <a:pt x="15202" y="0"/>
                    <a:pt x="97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1"/>
            <p:cNvSpPr/>
            <p:nvPr/>
          </p:nvSpPr>
          <p:spPr>
            <a:xfrm>
              <a:off x="7489901" y="1994743"/>
              <a:ext cx="307749" cy="307749"/>
            </a:xfrm>
            <a:custGeom>
              <a:avLst/>
              <a:gdLst/>
              <a:ahLst/>
              <a:cxnLst/>
              <a:rect l="l" t="t" r="r" b="b"/>
              <a:pathLst>
                <a:path w="26097" h="26097" extrusionOk="0">
                  <a:moveTo>
                    <a:pt x="1" y="1"/>
                  </a:moveTo>
                  <a:lnTo>
                    <a:pt x="1" y="26097"/>
                  </a:lnTo>
                  <a:lnTo>
                    <a:pt x="26097" y="26097"/>
                  </a:lnTo>
                  <a:lnTo>
                    <a:pt x="26097" y="1"/>
                  </a:lnTo>
                  <a:close/>
                </a:path>
              </a:pathLst>
            </a:custGeom>
            <a:solidFill>
              <a:srgbClr val="BBB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1"/>
            <p:cNvSpPr/>
            <p:nvPr/>
          </p:nvSpPr>
          <p:spPr>
            <a:xfrm>
              <a:off x="7489901" y="2533283"/>
              <a:ext cx="307749" cy="307749"/>
            </a:xfrm>
            <a:custGeom>
              <a:avLst/>
              <a:gdLst/>
              <a:ahLst/>
              <a:cxnLst/>
              <a:rect l="l" t="t" r="r" b="b"/>
              <a:pathLst>
                <a:path w="26097" h="26097" extrusionOk="0">
                  <a:moveTo>
                    <a:pt x="1" y="1"/>
                  </a:moveTo>
                  <a:lnTo>
                    <a:pt x="1" y="26096"/>
                  </a:lnTo>
                  <a:lnTo>
                    <a:pt x="26097" y="26096"/>
                  </a:lnTo>
                  <a:lnTo>
                    <a:pt x="26097" y="1"/>
                  </a:lnTo>
                  <a:close/>
                </a:path>
              </a:pathLst>
            </a:custGeom>
            <a:solidFill>
              <a:srgbClr val="BBB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1"/>
            <p:cNvSpPr/>
            <p:nvPr/>
          </p:nvSpPr>
          <p:spPr>
            <a:xfrm>
              <a:off x="8259243" y="3148757"/>
              <a:ext cx="307749" cy="307749"/>
            </a:xfrm>
            <a:custGeom>
              <a:avLst/>
              <a:gdLst/>
              <a:ahLst/>
              <a:cxnLst/>
              <a:rect l="l" t="t" r="r" b="b"/>
              <a:pathLst>
                <a:path w="26097" h="26097" extrusionOk="0">
                  <a:moveTo>
                    <a:pt x="13048" y="0"/>
                  </a:moveTo>
                  <a:cubicBezTo>
                    <a:pt x="5839" y="0"/>
                    <a:pt x="0" y="5839"/>
                    <a:pt x="0" y="13048"/>
                  </a:cubicBezTo>
                  <a:cubicBezTo>
                    <a:pt x="0" y="20257"/>
                    <a:pt x="5839" y="26096"/>
                    <a:pt x="13048" y="26096"/>
                  </a:cubicBezTo>
                  <a:cubicBezTo>
                    <a:pt x="20257" y="26096"/>
                    <a:pt x="26096" y="20257"/>
                    <a:pt x="26096" y="13048"/>
                  </a:cubicBezTo>
                  <a:cubicBezTo>
                    <a:pt x="26096" y="5839"/>
                    <a:pt x="20257" y="0"/>
                    <a:pt x="13048" y="0"/>
                  </a:cubicBezTo>
                  <a:close/>
                </a:path>
              </a:pathLst>
            </a:custGeom>
            <a:solidFill>
              <a:srgbClr val="BBB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1"/>
            <p:cNvSpPr/>
            <p:nvPr/>
          </p:nvSpPr>
          <p:spPr>
            <a:xfrm>
              <a:off x="7913039" y="1956275"/>
              <a:ext cx="384683" cy="76946"/>
            </a:xfrm>
            <a:custGeom>
              <a:avLst/>
              <a:gdLst/>
              <a:ahLst/>
              <a:cxnLst/>
              <a:rect l="l" t="t" r="r" b="b"/>
              <a:pathLst>
                <a:path w="32621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32620" y="6525"/>
                  </a:lnTo>
                  <a:lnTo>
                    <a:pt x="32620" y="1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1"/>
            <p:cNvSpPr/>
            <p:nvPr/>
          </p:nvSpPr>
          <p:spPr>
            <a:xfrm>
              <a:off x="7913039" y="2110144"/>
              <a:ext cx="384683" cy="76946"/>
            </a:xfrm>
            <a:custGeom>
              <a:avLst/>
              <a:gdLst/>
              <a:ahLst/>
              <a:cxnLst/>
              <a:rect l="l" t="t" r="r" b="b"/>
              <a:pathLst>
                <a:path w="32621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32620" y="6525"/>
                  </a:lnTo>
                  <a:lnTo>
                    <a:pt x="32620" y="1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1"/>
            <p:cNvSpPr/>
            <p:nvPr/>
          </p:nvSpPr>
          <p:spPr>
            <a:xfrm>
              <a:off x="7913039" y="2264013"/>
              <a:ext cx="384683" cy="76946"/>
            </a:xfrm>
            <a:custGeom>
              <a:avLst/>
              <a:gdLst/>
              <a:ahLst/>
              <a:cxnLst/>
              <a:rect l="l" t="t" r="r" b="b"/>
              <a:pathLst>
                <a:path w="32621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32620" y="6525"/>
                  </a:lnTo>
                  <a:lnTo>
                    <a:pt x="32620" y="1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1"/>
            <p:cNvSpPr/>
            <p:nvPr/>
          </p:nvSpPr>
          <p:spPr>
            <a:xfrm>
              <a:off x="7913039" y="2494815"/>
              <a:ext cx="615486" cy="76946"/>
            </a:xfrm>
            <a:custGeom>
              <a:avLst/>
              <a:gdLst/>
              <a:ahLst/>
              <a:cxnLst/>
              <a:rect l="l" t="t" r="r" b="b"/>
              <a:pathLst>
                <a:path w="52193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52192" y="6525"/>
                  </a:lnTo>
                  <a:lnTo>
                    <a:pt x="52192" y="1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1"/>
            <p:cNvSpPr/>
            <p:nvPr/>
          </p:nvSpPr>
          <p:spPr>
            <a:xfrm>
              <a:off x="7913039" y="2648684"/>
              <a:ext cx="615486" cy="76946"/>
            </a:xfrm>
            <a:custGeom>
              <a:avLst/>
              <a:gdLst/>
              <a:ahLst/>
              <a:cxnLst/>
              <a:rect l="l" t="t" r="r" b="b"/>
              <a:pathLst>
                <a:path w="52193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52192" y="6525"/>
                  </a:lnTo>
                  <a:lnTo>
                    <a:pt x="52192" y="1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1"/>
            <p:cNvSpPr/>
            <p:nvPr/>
          </p:nvSpPr>
          <p:spPr>
            <a:xfrm>
              <a:off x="7913039" y="2802552"/>
              <a:ext cx="615486" cy="76946"/>
            </a:xfrm>
            <a:custGeom>
              <a:avLst/>
              <a:gdLst/>
              <a:ahLst/>
              <a:cxnLst/>
              <a:rect l="l" t="t" r="r" b="b"/>
              <a:pathLst>
                <a:path w="52193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52192" y="6524"/>
                  </a:lnTo>
                  <a:lnTo>
                    <a:pt x="52192" y="0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1"/>
            <p:cNvSpPr/>
            <p:nvPr/>
          </p:nvSpPr>
          <p:spPr>
            <a:xfrm>
              <a:off x="7797638" y="3110290"/>
              <a:ext cx="346216" cy="76946"/>
            </a:xfrm>
            <a:custGeom>
              <a:avLst/>
              <a:gdLst/>
              <a:ahLst/>
              <a:cxnLst/>
              <a:rect l="l" t="t" r="r" b="b"/>
              <a:pathLst>
                <a:path w="29359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29359" y="6524"/>
                  </a:lnTo>
                  <a:lnTo>
                    <a:pt x="29359" y="0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1"/>
            <p:cNvSpPr/>
            <p:nvPr/>
          </p:nvSpPr>
          <p:spPr>
            <a:xfrm>
              <a:off x="7797638" y="3264158"/>
              <a:ext cx="346216" cy="76946"/>
            </a:xfrm>
            <a:custGeom>
              <a:avLst/>
              <a:gdLst/>
              <a:ahLst/>
              <a:cxnLst/>
              <a:rect l="l" t="t" r="r" b="b"/>
              <a:pathLst>
                <a:path w="29359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29359" y="6524"/>
                  </a:lnTo>
                  <a:lnTo>
                    <a:pt x="29359" y="0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1"/>
            <p:cNvSpPr/>
            <p:nvPr/>
          </p:nvSpPr>
          <p:spPr>
            <a:xfrm>
              <a:off x="7797638" y="3418027"/>
              <a:ext cx="346216" cy="76946"/>
            </a:xfrm>
            <a:custGeom>
              <a:avLst/>
              <a:gdLst/>
              <a:ahLst/>
              <a:cxnLst/>
              <a:rect l="l" t="t" r="r" b="b"/>
              <a:pathLst>
                <a:path w="29359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29359" y="6524"/>
                  </a:lnTo>
                  <a:lnTo>
                    <a:pt x="29359" y="0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41"/>
            <p:cNvSpPr/>
            <p:nvPr/>
          </p:nvSpPr>
          <p:spPr>
            <a:xfrm>
              <a:off x="8413100" y="1828800"/>
              <a:ext cx="333193" cy="319819"/>
            </a:xfrm>
            <a:custGeom>
              <a:avLst/>
              <a:gdLst/>
              <a:ahLst/>
              <a:cxnLst/>
              <a:rect l="l" t="t" r="r" b="b"/>
              <a:pathLst>
                <a:path w="26097" h="26097" extrusionOk="0">
                  <a:moveTo>
                    <a:pt x="0" y="1"/>
                  </a:moveTo>
                  <a:lnTo>
                    <a:pt x="0" y="26097"/>
                  </a:lnTo>
                  <a:lnTo>
                    <a:pt x="26096" y="2609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BBFFF"/>
            </a:solidFill>
            <a:ln w="9525" cap="flat" cmpd="sng">
              <a:solidFill>
                <a:srgbClr val="BB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0" name="Google Shape;950;p41"/>
          <p:cNvGrpSpPr/>
          <p:nvPr/>
        </p:nvGrpSpPr>
        <p:grpSpPr>
          <a:xfrm>
            <a:off x="2598300" y="1013625"/>
            <a:ext cx="95400" cy="3116250"/>
            <a:chOff x="4524300" y="1013625"/>
            <a:chExt cx="95400" cy="3116250"/>
          </a:xfrm>
        </p:grpSpPr>
        <p:sp>
          <p:nvSpPr>
            <p:cNvPr id="951" name="Google Shape;951;p41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1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1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1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1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1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42"/>
          <p:cNvSpPr txBox="1">
            <a:spLocks noGrp="1"/>
          </p:cNvSpPr>
          <p:nvPr>
            <p:ph type="title"/>
          </p:nvPr>
        </p:nvSpPr>
        <p:spPr>
          <a:xfrm>
            <a:off x="1052800" y="1689450"/>
            <a:ext cx="2617200" cy="10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Историја</a:t>
            </a:r>
          </a:p>
        </p:txBody>
      </p:sp>
      <p:sp>
        <p:nvSpPr>
          <p:cNvPr id="963" name="Google Shape;963;p42"/>
          <p:cNvSpPr txBox="1">
            <a:spLocks noGrp="1"/>
          </p:cNvSpPr>
          <p:nvPr>
            <p:ph type="body" idx="2"/>
          </p:nvPr>
        </p:nvSpPr>
        <p:spPr>
          <a:xfrm>
            <a:off x="4044607" y="1860538"/>
            <a:ext cx="4422600" cy="22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SzPts val="1100"/>
            </a:pPr>
            <a:r>
              <a:rPr lang="en"/>
              <a:t>У 2001. </a:t>
            </a:r>
            <a:r>
              <a:rPr lang="en" err="1"/>
              <a:t>години</a:t>
            </a:r>
            <a:r>
              <a:rPr lang="en"/>
              <a:t> </a:t>
            </a:r>
            <a:r>
              <a:rPr lang="en" err="1"/>
              <a:t>компанија</a:t>
            </a:r>
            <a:r>
              <a:rPr lang="en"/>
              <a:t> </a:t>
            </a:r>
            <a:r>
              <a:rPr lang="en" i="1"/>
              <a:t>"Wind River Systems"</a:t>
            </a:r>
            <a:r>
              <a:rPr lang="en"/>
              <a:t> </a:t>
            </a:r>
            <a:r>
              <a:rPr lang="en" err="1"/>
              <a:t>преузима</a:t>
            </a:r>
            <a:r>
              <a:rPr lang="en"/>
              <a:t> </a:t>
            </a:r>
            <a:r>
              <a:rPr lang="en" err="1"/>
              <a:t>белгијски</a:t>
            </a:r>
            <a:r>
              <a:rPr lang="en"/>
              <a:t> </a:t>
            </a:r>
            <a:r>
              <a:rPr lang="en" err="1"/>
              <a:t>софтвер</a:t>
            </a:r>
            <a:r>
              <a:rPr lang="en"/>
              <a:t> </a:t>
            </a:r>
            <a:r>
              <a:rPr lang="en" i="1"/>
              <a:t>"</a:t>
            </a:r>
            <a:r>
              <a:rPr lang="en" i="1" err="1"/>
              <a:t>Eonic</a:t>
            </a:r>
            <a:r>
              <a:rPr lang="en" i="1"/>
              <a:t> Systems".</a:t>
            </a:r>
            <a:endParaRPr lang="en-US"/>
          </a:p>
          <a:p>
            <a:pPr marL="0" indent="0">
              <a:buSzPts val="1100"/>
              <a:buNone/>
            </a:pPr>
            <a:endParaRPr lang="en" i="1"/>
          </a:p>
          <a:p>
            <a:pPr marL="285750" indent="-285750">
              <a:buSzPts val="1100"/>
            </a:pPr>
            <a:r>
              <a:rPr lang="en"/>
              <a:t>2015. </a:t>
            </a:r>
            <a:r>
              <a:rPr lang="en" err="1"/>
              <a:t>године</a:t>
            </a:r>
            <a:r>
              <a:rPr lang="en"/>
              <a:t> </a:t>
            </a:r>
            <a:r>
              <a:rPr lang="en" err="1"/>
              <a:t>мења</a:t>
            </a:r>
            <a:r>
              <a:rPr lang="en"/>
              <a:t> </a:t>
            </a:r>
            <a:r>
              <a:rPr lang="en" err="1"/>
              <a:t>име</a:t>
            </a:r>
            <a:r>
              <a:rPr lang="en"/>
              <a:t> у </a:t>
            </a:r>
            <a:r>
              <a:rPr lang="en" i="1"/>
              <a:t>"Rocket"</a:t>
            </a:r>
            <a:r>
              <a:rPr lang="en"/>
              <a:t> и </a:t>
            </a:r>
            <a:r>
              <a:rPr lang="en" err="1"/>
              <a:t>постаје</a:t>
            </a:r>
            <a:r>
              <a:rPr lang="en"/>
              <a:t> </a:t>
            </a:r>
            <a:r>
              <a:rPr lang="en" err="1"/>
              <a:t>отвореног</a:t>
            </a:r>
            <a:r>
              <a:rPr lang="en"/>
              <a:t> </a:t>
            </a:r>
            <a:r>
              <a:rPr lang="en" err="1"/>
              <a:t>кода</a:t>
            </a:r>
            <a:r>
              <a:rPr lang="en"/>
              <a:t>.</a:t>
            </a:r>
          </a:p>
          <a:p>
            <a:pPr marL="0" indent="0">
              <a:buSzPts val="1100"/>
              <a:buNone/>
            </a:pPr>
            <a:endParaRPr lang="en"/>
          </a:p>
          <a:p>
            <a:pPr marL="285750" indent="-285750">
              <a:buSzPts val="1100"/>
            </a:pPr>
            <a:r>
              <a:rPr lang="en"/>
              <a:t>У </a:t>
            </a:r>
            <a:r>
              <a:rPr lang="en" err="1"/>
              <a:t>фебруару</a:t>
            </a:r>
            <a:r>
              <a:rPr lang="en"/>
              <a:t> 2016. </a:t>
            </a:r>
            <a:r>
              <a:rPr lang="en" err="1"/>
              <a:t>Године</a:t>
            </a:r>
            <a:r>
              <a:rPr lang="en"/>
              <a:t> </a:t>
            </a:r>
            <a:r>
              <a:rPr lang="en" err="1"/>
              <a:t>постаје</a:t>
            </a:r>
            <a:r>
              <a:rPr lang="en"/>
              <a:t> </a:t>
            </a:r>
            <a:r>
              <a:rPr lang="en" err="1"/>
              <a:t>партнер</a:t>
            </a:r>
            <a:r>
              <a:rPr lang="en"/>
              <a:t> </a:t>
            </a:r>
            <a:r>
              <a:rPr lang="en" err="1"/>
              <a:t>са</a:t>
            </a:r>
            <a:r>
              <a:rPr lang="en"/>
              <a:t> "Linux Foundation" </a:t>
            </a:r>
            <a:r>
              <a:rPr lang="en" err="1"/>
              <a:t>под</a:t>
            </a:r>
            <a:r>
              <a:rPr lang="en"/>
              <a:t> </a:t>
            </a:r>
            <a:r>
              <a:rPr lang="en" err="1"/>
              <a:t>именом</a:t>
            </a:r>
            <a:r>
              <a:rPr lang="en"/>
              <a:t> </a:t>
            </a:r>
            <a:r>
              <a:rPr lang="en" i="1"/>
              <a:t>"Zephyr"</a:t>
            </a:r>
          </a:p>
          <a:p>
            <a:pPr marL="0" indent="0">
              <a:spcAft>
                <a:spcPts val="1600"/>
              </a:spcAft>
              <a:buNone/>
            </a:pPr>
            <a:endParaRPr lang="e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4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Број</a:t>
            </a:r>
            <a:r>
              <a:rPr lang="en"/>
              <a:t> </a:t>
            </a:r>
            <a:r>
              <a:rPr lang="en" err="1"/>
              <a:t>доприносиоца</a:t>
            </a:r>
            <a:r>
              <a:rPr lang="en"/>
              <a:t> </a:t>
            </a:r>
            <a:r>
              <a:rPr lang="en" err="1"/>
              <a:t>на</a:t>
            </a:r>
            <a:r>
              <a:rPr lang="en"/>
              <a:t> GitHub-u </a:t>
            </a:r>
            <a:r>
              <a:rPr lang="en" err="1"/>
              <a:t>по</a:t>
            </a:r>
            <a:r>
              <a:rPr lang="en"/>
              <a:t> </a:t>
            </a:r>
            <a:r>
              <a:rPr lang="en" err="1"/>
              <a:t>години</a:t>
            </a:r>
            <a:r>
              <a:rPr lang="en"/>
              <a:t> </a:t>
            </a:r>
          </a:p>
        </p:txBody>
      </p:sp>
      <p:sp>
        <p:nvSpPr>
          <p:cNvPr id="1027" name="Google Shape;1027;p44"/>
          <p:cNvSpPr/>
          <p:nvPr/>
        </p:nvSpPr>
        <p:spPr>
          <a:xfrm>
            <a:off x="717631" y="4253807"/>
            <a:ext cx="162300" cy="162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p44"/>
          <p:cNvSpPr txBox="1">
            <a:spLocks noGrp="1"/>
          </p:cNvSpPr>
          <p:nvPr>
            <p:ph type="title" idx="4294967295"/>
          </p:nvPr>
        </p:nvSpPr>
        <p:spPr>
          <a:xfrm>
            <a:off x="815221" y="4134891"/>
            <a:ext cx="3224783" cy="36778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800"/>
              <a:t>ZephyrOS: Просечно </a:t>
            </a:r>
            <a:r>
              <a:rPr lang="en" sz="1800" err="1"/>
              <a:t>по</a:t>
            </a:r>
            <a:r>
              <a:rPr lang="en" sz="1800"/>
              <a:t> </a:t>
            </a:r>
            <a:r>
              <a:rPr lang="en" sz="1800" err="1"/>
              <a:t>месецу</a:t>
            </a:r>
            <a:r>
              <a:rPr lang="en" sz="1800"/>
              <a:t> 147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34C1B8-D64D-40FD-B2F9-8A9C92988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749" y="1232949"/>
            <a:ext cx="7581721" cy="2451159"/>
          </a:xfrm>
          <a:prstGeom prst="rect">
            <a:avLst/>
          </a:prstGeom>
        </p:spPr>
      </p:pic>
      <p:sp>
        <p:nvSpPr>
          <p:cNvPr id="9" name="Google Shape;1027;p44">
            <a:extLst>
              <a:ext uri="{FF2B5EF4-FFF2-40B4-BE49-F238E27FC236}">
                <a16:creationId xmlns:a16="http://schemas.microsoft.com/office/drawing/2014/main" id="{B599A4C1-A407-4AF2-7F07-1CF138B52CBD}"/>
              </a:ext>
            </a:extLst>
          </p:cNvPr>
          <p:cNvSpPr/>
          <p:nvPr/>
        </p:nvSpPr>
        <p:spPr>
          <a:xfrm>
            <a:off x="4739697" y="4264590"/>
            <a:ext cx="194649" cy="151517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031;p44">
            <a:extLst>
              <a:ext uri="{FF2B5EF4-FFF2-40B4-BE49-F238E27FC236}">
                <a16:creationId xmlns:a16="http://schemas.microsoft.com/office/drawing/2014/main" id="{3B845426-E1F4-D6C0-03C5-418A1F37439A}"/>
              </a:ext>
            </a:extLst>
          </p:cNvPr>
          <p:cNvSpPr txBox="1">
            <a:spLocks/>
          </p:cNvSpPr>
          <p:nvPr/>
        </p:nvSpPr>
        <p:spPr>
          <a:xfrm>
            <a:off x="4838725" y="4147112"/>
            <a:ext cx="3742368" cy="432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800"/>
              <a:t>Apache </a:t>
            </a:r>
            <a:r>
              <a:rPr lang="en" sz="1800" err="1"/>
              <a:t>NuttX</a:t>
            </a:r>
            <a:r>
              <a:rPr lang="en" sz="1800"/>
              <a:t> OS: </a:t>
            </a:r>
            <a:r>
              <a:rPr lang="en" sz="1800" err="1"/>
              <a:t>Просечно</a:t>
            </a:r>
            <a:r>
              <a:rPr lang="en" sz="1800"/>
              <a:t> </a:t>
            </a:r>
            <a:r>
              <a:rPr lang="en" sz="1800" err="1"/>
              <a:t>по</a:t>
            </a:r>
            <a:r>
              <a:rPr lang="en" sz="1800"/>
              <a:t> </a:t>
            </a:r>
            <a:r>
              <a:rPr lang="en" sz="1800" err="1"/>
              <a:t>месецу</a:t>
            </a:r>
            <a:r>
              <a:rPr lang="en" sz="1800"/>
              <a:t>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972">
          <a:extLst>
            <a:ext uri="{FF2B5EF4-FFF2-40B4-BE49-F238E27FC236}">
              <a16:creationId xmlns:a16="http://schemas.microsoft.com/office/drawing/2014/main" id="{FA5D5040-0713-63CD-9EB0-EBD540C4C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44">
            <a:extLst>
              <a:ext uri="{FF2B5EF4-FFF2-40B4-BE49-F238E27FC236}">
                <a16:creationId xmlns:a16="http://schemas.microsoft.com/office/drawing/2014/main" id="{4D6F03B2-6440-0E0A-9CA6-8BA9723A07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Број</a:t>
            </a:r>
            <a:r>
              <a:rPr lang="en"/>
              <a:t> "commit"-ova </a:t>
            </a:r>
            <a:r>
              <a:rPr lang="en" err="1"/>
              <a:t>на</a:t>
            </a:r>
            <a:r>
              <a:rPr lang="en"/>
              <a:t> GitHub-u </a:t>
            </a:r>
            <a:r>
              <a:rPr lang="en" err="1"/>
              <a:t>по</a:t>
            </a:r>
            <a:r>
              <a:rPr lang="en"/>
              <a:t> </a:t>
            </a:r>
            <a:r>
              <a:rPr lang="en" err="1"/>
              <a:t>години</a:t>
            </a:r>
            <a:r>
              <a:rPr lang="en"/>
              <a:t> </a:t>
            </a:r>
          </a:p>
        </p:txBody>
      </p:sp>
      <p:sp>
        <p:nvSpPr>
          <p:cNvPr id="1027" name="Google Shape;1027;p44">
            <a:extLst>
              <a:ext uri="{FF2B5EF4-FFF2-40B4-BE49-F238E27FC236}">
                <a16:creationId xmlns:a16="http://schemas.microsoft.com/office/drawing/2014/main" id="{914AAD4B-9D3A-949F-E4BC-EE9E6221752F}"/>
              </a:ext>
            </a:extLst>
          </p:cNvPr>
          <p:cNvSpPr/>
          <p:nvPr/>
        </p:nvSpPr>
        <p:spPr>
          <a:xfrm>
            <a:off x="717631" y="4253807"/>
            <a:ext cx="162300" cy="162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p44">
            <a:extLst>
              <a:ext uri="{FF2B5EF4-FFF2-40B4-BE49-F238E27FC236}">
                <a16:creationId xmlns:a16="http://schemas.microsoft.com/office/drawing/2014/main" id="{A6C635EA-86AB-92D6-D050-FD501F8FA71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15221" y="4134891"/>
            <a:ext cx="3224783" cy="36778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800" err="1"/>
              <a:t>ZephyrOS</a:t>
            </a:r>
            <a:r>
              <a:rPr lang="en" sz="1800"/>
              <a:t>: </a:t>
            </a:r>
            <a:r>
              <a:rPr lang="en" sz="1800" err="1"/>
              <a:t>Просечно</a:t>
            </a:r>
            <a:r>
              <a:rPr lang="en" sz="1800"/>
              <a:t> </a:t>
            </a:r>
            <a:r>
              <a:rPr lang="en" sz="1800" err="1"/>
              <a:t>по</a:t>
            </a:r>
            <a:r>
              <a:rPr lang="en" sz="1800"/>
              <a:t> </a:t>
            </a:r>
            <a:r>
              <a:rPr lang="en" sz="1800" err="1"/>
              <a:t>месецу</a:t>
            </a:r>
            <a:r>
              <a:rPr lang="en" sz="1800"/>
              <a:t> 965</a:t>
            </a:r>
          </a:p>
        </p:txBody>
      </p:sp>
      <p:sp>
        <p:nvSpPr>
          <p:cNvPr id="9" name="Google Shape;1027;p44">
            <a:extLst>
              <a:ext uri="{FF2B5EF4-FFF2-40B4-BE49-F238E27FC236}">
                <a16:creationId xmlns:a16="http://schemas.microsoft.com/office/drawing/2014/main" id="{14B3BE5D-35CD-8535-8913-7CFA28BDDACE}"/>
              </a:ext>
            </a:extLst>
          </p:cNvPr>
          <p:cNvSpPr/>
          <p:nvPr/>
        </p:nvSpPr>
        <p:spPr>
          <a:xfrm>
            <a:off x="4545603" y="4275373"/>
            <a:ext cx="162300" cy="1623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031;p44">
            <a:extLst>
              <a:ext uri="{FF2B5EF4-FFF2-40B4-BE49-F238E27FC236}">
                <a16:creationId xmlns:a16="http://schemas.microsoft.com/office/drawing/2014/main" id="{E4F4B7A4-94FC-FFAA-2602-AC812274630F}"/>
              </a:ext>
            </a:extLst>
          </p:cNvPr>
          <p:cNvSpPr txBox="1">
            <a:spLocks/>
          </p:cNvSpPr>
          <p:nvPr/>
        </p:nvSpPr>
        <p:spPr>
          <a:xfrm>
            <a:off x="4709329" y="4093197"/>
            <a:ext cx="3796283" cy="48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800"/>
              <a:t>Apache </a:t>
            </a:r>
            <a:r>
              <a:rPr lang="en" sz="1800" err="1"/>
              <a:t>NuttX</a:t>
            </a:r>
            <a:r>
              <a:rPr lang="en" sz="1800"/>
              <a:t>: </a:t>
            </a:r>
            <a:r>
              <a:rPr lang="en" sz="1800" err="1"/>
              <a:t>Просечно</a:t>
            </a:r>
            <a:r>
              <a:rPr lang="en" sz="1800"/>
              <a:t> </a:t>
            </a:r>
            <a:r>
              <a:rPr lang="en" sz="1800" err="1"/>
              <a:t>по</a:t>
            </a:r>
            <a:r>
              <a:rPr lang="en" sz="1800"/>
              <a:t> </a:t>
            </a:r>
            <a:r>
              <a:rPr lang="en" sz="1800" err="1"/>
              <a:t>месецу</a:t>
            </a:r>
            <a:r>
              <a:rPr lang="en" sz="1800"/>
              <a:t> 269</a:t>
            </a:r>
          </a:p>
        </p:txBody>
      </p:sp>
      <p:pic>
        <p:nvPicPr>
          <p:cNvPr id="2" name="Picture 1" descr="A graph showing the growth of the year&#10;&#10;AI-generated content may be incorrect.">
            <a:extLst>
              <a:ext uri="{FF2B5EF4-FFF2-40B4-BE49-F238E27FC236}">
                <a16:creationId xmlns:a16="http://schemas.microsoft.com/office/drawing/2014/main" id="{B5B83B1F-0E4B-09BD-7CA1-582939C56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40" y="1287403"/>
            <a:ext cx="7515225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87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4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Уређаји</a:t>
            </a:r>
            <a:r>
              <a:rPr lang="en"/>
              <a:t> </a:t>
            </a:r>
            <a:r>
              <a:rPr lang="en" err="1"/>
              <a:t>који</a:t>
            </a:r>
            <a:r>
              <a:rPr lang="en"/>
              <a:t> </a:t>
            </a:r>
            <a:r>
              <a:rPr lang="en" err="1"/>
              <a:t>раде</a:t>
            </a:r>
            <a:r>
              <a:rPr lang="en"/>
              <a:t> </a:t>
            </a:r>
            <a:r>
              <a:rPr lang="en" err="1"/>
              <a:t>на</a:t>
            </a:r>
            <a:r>
              <a:rPr lang="en"/>
              <a:t> Zephyr-u</a:t>
            </a:r>
            <a:endParaRPr/>
          </a:p>
        </p:txBody>
      </p:sp>
      <p:pic>
        <p:nvPicPr>
          <p:cNvPr id="4" name="Picture 3" descr="A silver ring with black trim&#10;&#10;AI-generated content may be incorrect.">
            <a:extLst>
              <a:ext uri="{FF2B5EF4-FFF2-40B4-BE49-F238E27FC236}">
                <a16:creationId xmlns:a16="http://schemas.microsoft.com/office/drawing/2014/main" id="{14C76B19-1107-B323-F38E-DAA6D40DB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425" y="1858272"/>
            <a:ext cx="1110653" cy="1121436"/>
          </a:xfrm>
          <a:prstGeom prst="rect">
            <a:avLst/>
          </a:prstGeom>
        </p:spPr>
      </p:pic>
      <p:pic>
        <p:nvPicPr>
          <p:cNvPr id="5" name="Picture 4" descr="A computer with a screen on&#10;&#10;AI-generated content may be incorrect.">
            <a:extLst>
              <a:ext uri="{FF2B5EF4-FFF2-40B4-BE49-F238E27FC236}">
                <a16:creationId xmlns:a16="http://schemas.microsoft.com/office/drawing/2014/main" id="{7EAC1368-1349-F1A7-F6AD-57F1FFEED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99" y="1951725"/>
            <a:ext cx="1654871" cy="938124"/>
          </a:xfrm>
          <a:prstGeom prst="rect">
            <a:avLst/>
          </a:prstGeom>
        </p:spPr>
      </p:pic>
      <p:pic>
        <p:nvPicPr>
          <p:cNvPr id="6" name="Picture 5" descr="A hand holding a measuring device&#10;&#10;AI-generated content may be incorrect.">
            <a:extLst>
              <a:ext uri="{FF2B5EF4-FFF2-40B4-BE49-F238E27FC236}">
                <a16:creationId xmlns:a16="http://schemas.microsoft.com/office/drawing/2014/main" id="{954431AD-A5CB-7A3C-C8B5-12EEFBB868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4169" y="1946784"/>
            <a:ext cx="1509984" cy="926442"/>
          </a:xfrm>
          <a:prstGeom prst="rect">
            <a:avLst/>
          </a:prstGeom>
        </p:spPr>
      </p:pic>
      <p:pic>
        <p:nvPicPr>
          <p:cNvPr id="7" name="Picture 6" descr="A white machine with blue text&#10;&#10;AI-generated content may be incorrect.">
            <a:extLst>
              <a:ext uri="{FF2B5EF4-FFF2-40B4-BE49-F238E27FC236}">
                <a16:creationId xmlns:a16="http://schemas.microsoft.com/office/drawing/2014/main" id="{0A38E052-3B89-C3A4-E21A-DE9A70744A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2159" y="1919377"/>
            <a:ext cx="1532268" cy="11214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585B33-CE81-C43F-D62E-0A8AF10AEE9A}"/>
              </a:ext>
            </a:extLst>
          </p:cNvPr>
          <p:cNvSpPr txBox="1"/>
          <p:nvPr/>
        </p:nvSpPr>
        <p:spPr>
          <a:xfrm>
            <a:off x="572330" y="3037493"/>
            <a:ext cx="16265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Google Chromebook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E98852-DEBC-F95D-E911-3BAEECC18C51}"/>
              </a:ext>
            </a:extLst>
          </p:cNvPr>
          <p:cNvSpPr txBox="1"/>
          <p:nvPr/>
        </p:nvSpPr>
        <p:spPr>
          <a:xfrm>
            <a:off x="2631886" y="3080625"/>
            <a:ext cx="16265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Samsung Galaxy</a:t>
            </a:r>
            <a:endParaRPr lang="en-US"/>
          </a:p>
          <a:p>
            <a:pPr algn="ctr"/>
            <a:r>
              <a:rPr lang="en-US">
                <a:solidFill>
                  <a:schemeClr val="tx1"/>
                </a:solidFill>
              </a:rPr>
              <a:t>прстен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9A60E8-ACD3-2B22-F273-A7DB0A73AD63}"/>
              </a:ext>
            </a:extLst>
          </p:cNvPr>
          <p:cNvSpPr txBox="1"/>
          <p:nvPr/>
        </p:nvSpPr>
        <p:spPr>
          <a:xfrm>
            <a:off x="4540480" y="3145323"/>
            <a:ext cx="162657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solidFill>
                  <a:schemeClr val="tx1"/>
                </a:solidFill>
              </a:rPr>
              <a:t>Дигитални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метар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92E5B5-F94C-C908-F3AC-A621AF026F25}"/>
              </a:ext>
            </a:extLst>
          </p:cNvPr>
          <p:cNvSpPr txBox="1"/>
          <p:nvPr/>
        </p:nvSpPr>
        <p:spPr>
          <a:xfrm>
            <a:off x="6923527" y="3037492"/>
            <a:ext cx="16265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solidFill>
                  <a:schemeClr val="tx1"/>
                </a:solidFill>
              </a:rPr>
              <a:t>Енергетска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решења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48"/>
          <p:cNvSpPr txBox="1">
            <a:spLocks noGrp="1"/>
          </p:cNvSpPr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190" name="Google Shape;1190;p48"/>
          <p:cNvSpPr txBox="1">
            <a:spLocks noGrp="1"/>
          </p:cNvSpPr>
          <p:nvPr>
            <p:ph type="title" idx="2"/>
          </p:nvPr>
        </p:nvSpPr>
        <p:spPr>
          <a:xfrm>
            <a:off x="3260032" y="2571997"/>
            <a:ext cx="2622000" cy="8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Архитектура</a:t>
            </a:r>
          </a:p>
        </p:txBody>
      </p:sp>
      <p:grpSp>
        <p:nvGrpSpPr>
          <p:cNvPr id="1191" name="Google Shape;1191;p48"/>
          <p:cNvGrpSpPr/>
          <p:nvPr/>
        </p:nvGrpSpPr>
        <p:grpSpPr>
          <a:xfrm>
            <a:off x="6275293" y="1383097"/>
            <a:ext cx="2377303" cy="2377303"/>
            <a:chOff x="5612559" y="834972"/>
            <a:chExt cx="3473558" cy="3473558"/>
          </a:xfrm>
        </p:grpSpPr>
        <p:sp>
          <p:nvSpPr>
            <p:cNvPr id="1192" name="Google Shape;1192;p48"/>
            <p:cNvSpPr/>
            <p:nvPr/>
          </p:nvSpPr>
          <p:spPr>
            <a:xfrm>
              <a:off x="5612559" y="3034881"/>
              <a:ext cx="2894635" cy="1273649"/>
            </a:xfrm>
            <a:custGeom>
              <a:avLst/>
              <a:gdLst/>
              <a:ahLst/>
              <a:cxnLst/>
              <a:rect l="l" t="t" r="r" b="b"/>
              <a:pathLst>
                <a:path w="163101" h="71765" extrusionOk="0">
                  <a:moveTo>
                    <a:pt x="1" y="0"/>
                  </a:moveTo>
                  <a:lnTo>
                    <a:pt x="1" y="58716"/>
                  </a:lnTo>
                  <a:cubicBezTo>
                    <a:pt x="1" y="65925"/>
                    <a:pt x="5840" y="71764"/>
                    <a:pt x="13049" y="71764"/>
                  </a:cubicBezTo>
                  <a:lnTo>
                    <a:pt x="163100" y="71764"/>
                  </a:lnTo>
                  <a:cubicBezTo>
                    <a:pt x="155891" y="71764"/>
                    <a:pt x="150052" y="65925"/>
                    <a:pt x="150052" y="58716"/>
                  </a:cubicBezTo>
                  <a:lnTo>
                    <a:pt x="1500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8"/>
            <p:cNvSpPr/>
            <p:nvPr/>
          </p:nvSpPr>
          <p:spPr>
            <a:xfrm>
              <a:off x="5612559" y="2571742"/>
              <a:ext cx="2663066" cy="463157"/>
            </a:xfrm>
            <a:custGeom>
              <a:avLst/>
              <a:gdLst/>
              <a:ahLst/>
              <a:cxnLst/>
              <a:rect l="l" t="t" r="r" b="b"/>
              <a:pathLst>
                <a:path w="150053" h="26097" extrusionOk="0">
                  <a:moveTo>
                    <a:pt x="13049" y="1"/>
                  </a:moveTo>
                  <a:cubicBezTo>
                    <a:pt x="5840" y="1"/>
                    <a:pt x="1" y="5840"/>
                    <a:pt x="1" y="13049"/>
                  </a:cubicBezTo>
                  <a:lnTo>
                    <a:pt x="1" y="26096"/>
                  </a:lnTo>
                  <a:lnTo>
                    <a:pt x="150052" y="26096"/>
                  </a:lnTo>
                  <a:cubicBezTo>
                    <a:pt x="150052" y="18887"/>
                    <a:pt x="144213" y="13049"/>
                    <a:pt x="137004" y="13049"/>
                  </a:cubicBezTo>
                  <a:lnTo>
                    <a:pt x="52193" y="13049"/>
                  </a:lnTo>
                  <a:lnTo>
                    <a:pt x="46321" y="5220"/>
                  </a:lnTo>
                  <a:cubicBezTo>
                    <a:pt x="43842" y="1925"/>
                    <a:pt x="39993" y="1"/>
                    <a:pt x="35883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8"/>
            <p:cNvSpPr/>
            <p:nvPr/>
          </p:nvSpPr>
          <p:spPr>
            <a:xfrm>
              <a:off x="6075698" y="1413895"/>
              <a:ext cx="2663066" cy="2894635"/>
            </a:xfrm>
            <a:custGeom>
              <a:avLst/>
              <a:gdLst/>
              <a:ahLst/>
              <a:cxnLst/>
              <a:rect l="l" t="t" r="r" b="b"/>
              <a:pathLst>
                <a:path w="150053" h="163101" extrusionOk="0">
                  <a:moveTo>
                    <a:pt x="55455" y="1"/>
                  </a:moveTo>
                  <a:lnTo>
                    <a:pt x="48931" y="6525"/>
                  </a:lnTo>
                  <a:lnTo>
                    <a:pt x="1" y="6525"/>
                  </a:lnTo>
                  <a:lnTo>
                    <a:pt x="1" y="65241"/>
                  </a:lnTo>
                  <a:lnTo>
                    <a:pt x="9787" y="65241"/>
                  </a:lnTo>
                  <a:cubicBezTo>
                    <a:pt x="13897" y="65241"/>
                    <a:pt x="17746" y="67165"/>
                    <a:pt x="20225" y="70460"/>
                  </a:cubicBezTo>
                  <a:lnTo>
                    <a:pt x="26097" y="78289"/>
                  </a:lnTo>
                  <a:lnTo>
                    <a:pt x="110908" y="78289"/>
                  </a:lnTo>
                  <a:cubicBezTo>
                    <a:pt x="118117" y="78289"/>
                    <a:pt x="123956" y="84127"/>
                    <a:pt x="123956" y="91336"/>
                  </a:cubicBezTo>
                  <a:lnTo>
                    <a:pt x="123956" y="150052"/>
                  </a:lnTo>
                  <a:cubicBezTo>
                    <a:pt x="123956" y="157261"/>
                    <a:pt x="129795" y="163100"/>
                    <a:pt x="137004" y="163100"/>
                  </a:cubicBezTo>
                  <a:cubicBezTo>
                    <a:pt x="140592" y="163100"/>
                    <a:pt x="143854" y="161632"/>
                    <a:pt x="146236" y="159284"/>
                  </a:cubicBezTo>
                  <a:cubicBezTo>
                    <a:pt x="148584" y="156902"/>
                    <a:pt x="150052" y="153640"/>
                    <a:pt x="150052" y="150052"/>
                  </a:cubicBezTo>
                  <a:lnTo>
                    <a:pt x="150052" y="40417"/>
                  </a:lnTo>
                  <a:lnTo>
                    <a:pt x="143463" y="36437"/>
                  </a:lnTo>
                  <a:cubicBezTo>
                    <a:pt x="143137" y="36600"/>
                    <a:pt x="142811" y="36698"/>
                    <a:pt x="142484" y="36829"/>
                  </a:cubicBezTo>
                  <a:lnTo>
                    <a:pt x="140266" y="45669"/>
                  </a:lnTo>
                  <a:lnTo>
                    <a:pt x="120694" y="45669"/>
                  </a:lnTo>
                  <a:lnTo>
                    <a:pt x="118476" y="36829"/>
                  </a:lnTo>
                  <a:cubicBezTo>
                    <a:pt x="118150" y="36698"/>
                    <a:pt x="117824" y="36600"/>
                    <a:pt x="117498" y="36437"/>
                  </a:cubicBezTo>
                  <a:lnTo>
                    <a:pt x="109734" y="41134"/>
                  </a:lnTo>
                  <a:lnTo>
                    <a:pt x="95871" y="27271"/>
                  </a:lnTo>
                  <a:lnTo>
                    <a:pt x="100568" y="19508"/>
                  </a:lnTo>
                  <a:cubicBezTo>
                    <a:pt x="100405" y="19181"/>
                    <a:pt x="100307" y="18855"/>
                    <a:pt x="100176" y="18529"/>
                  </a:cubicBezTo>
                  <a:lnTo>
                    <a:pt x="91336" y="16311"/>
                  </a:lnTo>
                  <a:lnTo>
                    <a:pt x="913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8"/>
            <p:cNvSpPr/>
            <p:nvPr/>
          </p:nvSpPr>
          <p:spPr>
            <a:xfrm>
              <a:off x="6075698" y="1066541"/>
              <a:ext cx="1796420" cy="463157"/>
            </a:xfrm>
            <a:custGeom>
              <a:avLst/>
              <a:gdLst/>
              <a:ahLst/>
              <a:cxnLst/>
              <a:rect l="l" t="t" r="r" b="b"/>
              <a:pathLst>
                <a:path w="101221" h="26097" extrusionOk="0">
                  <a:moveTo>
                    <a:pt x="1" y="1"/>
                  </a:moveTo>
                  <a:lnTo>
                    <a:pt x="1" y="26097"/>
                  </a:lnTo>
                  <a:lnTo>
                    <a:pt x="48931" y="26097"/>
                  </a:lnTo>
                  <a:lnTo>
                    <a:pt x="55455" y="19573"/>
                  </a:lnTo>
                  <a:lnTo>
                    <a:pt x="91336" y="19573"/>
                  </a:lnTo>
                  <a:lnTo>
                    <a:pt x="91336" y="16311"/>
                  </a:lnTo>
                  <a:lnTo>
                    <a:pt x="100176" y="14093"/>
                  </a:lnTo>
                  <a:cubicBezTo>
                    <a:pt x="100307" y="13767"/>
                    <a:pt x="100405" y="13440"/>
                    <a:pt x="100568" y="13114"/>
                  </a:cubicBezTo>
                  <a:lnTo>
                    <a:pt x="95871" y="5351"/>
                  </a:lnTo>
                  <a:lnTo>
                    <a:pt x="101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8"/>
            <p:cNvSpPr/>
            <p:nvPr/>
          </p:nvSpPr>
          <p:spPr>
            <a:xfrm>
              <a:off x="8044038" y="1182326"/>
              <a:ext cx="694726" cy="694726"/>
            </a:xfrm>
            <a:custGeom>
              <a:avLst/>
              <a:gdLst/>
              <a:ahLst/>
              <a:cxnLst/>
              <a:rect l="l" t="t" r="r" b="b"/>
              <a:pathLst>
                <a:path w="39145" h="39145" extrusionOk="0">
                  <a:moveTo>
                    <a:pt x="19572" y="13049"/>
                  </a:moveTo>
                  <a:cubicBezTo>
                    <a:pt x="23161" y="13049"/>
                    <a:pt x="26096" y="15985"/>
                    <a:pt x="26096" y="19573"/>
                  </a:cubicBezTo>
                  <a:cubicBezTo>
                    <a:pt x="26096" y="23161"/>
                    <a:pt x="23161" y="26097"/>
                    <a:pt x="19572" y="26097"/>
                  </a:cubicBezTo>
                  <a:cubicBezTo>
                    <a:pt x="15984" y="26097"/>
                    <a:pt x="13048" y="23161"/>
                    <a:pt x="13048" y="19573"/>
                  </a:cubicBezTo>
                  <a:cubicBezTo>
                    <a:pt x="13048" y="15985"/>
                    <a:pt x="15984" y="13049"/>
                    <a:pt x="19572" y="13049"/>
                  </a:cubicBezTo>
                  <a:close/>
                  <a:moveTo>
                    <a:pt x="19572" y="1"/>
                  </a:moveTo>
                  <a:cubicBezTo>
                    <a:pt x="8775" y="1"/>
                    <a:pt x="0" y="8776"/>
                    <a:pt x="0" y="19573"/>
                  </a:cubicBezTo>
                  <a:cubicBezTo>
                    <a:pt x="0" y="30370"/>
                    <a:pt x="8775" y="39145"/>
                    <a:pt x="19572" y="39145"/>
                  </a:cubicBezTo>
                  <a:cubicBezTo>
                    <a:pt x="30369" y="39145"/>
                    <a:pt x="39144" y="30370"/>
                    <a:pt x="39144" y="19573"/>
                  </a:cubicBezTo>
                  <a:cubicBezTo>
                    <a:pt x="39144" y="8776"/>
                    <a:pt x="30369" y="1"/>
                    <a:pt x="195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8"/>
            <p:cNvSpPr/>
            <p:nvPr/>
          </p:nvSpPr>
          <p:spPr>
            <a:xfrm>
              <a:off x="7696684" y="834972"/>
              <a:ext cx="1389434" cy="1389434"/>
            </a:xfrm>
            <a:custGeom>
              <a:avLst/>
              <a:gdLst/>
              <a:ahLst/>
              <a:cxnLst/>
              <a:rect l="l" t="t" r="r" b="b"/>
              <a:pathLst>
                <a:path w="78289" h="78289" extrusionOk="0">
                  <a:moveTo>
                    <a:pt x="39144" y="19573"/>
                  </a:moveTo>
                  <a:cubicBezTo>
                    <a:pt x="49941" y="19573"/>
                    <a:pt x="58716" y="28348"/>
                    <a:pt x="58716" y="39145"/>
                  </a:cubicBezTo>
                  <a:cubicBezTo>
                    <a:pt x="58716" y="49942"/>
                    <a:pt x="49941" y="58717"/>
                    <a:pt x="39144" y="58717"/>
                  </a:cubicBezTo>
                  <a:cubicBezTo>
                    <a:pt x="28347" y="58717"/>
                    <a:pt x="19572" y="49942"/>
                    <a:pt x="19572" y="39145"/>
                  </a:cubicBezTo>
                  <a:cubicBezTo>
                    <a:pt x="19572" y="28348"/>
                    <a:pt x="28347" y="19573"/>
                    <a:pt x="39144" y="19573"/>
                  </a:cubicBezTo>
                  <a:close/>
                  <a:moveTo>
                    <a:pt x="29358" y="1"/>
                  </a:moveTo>
                  <a:lnTo>
                    <a:pt x="27140" y="8841"/>
                  </a:lnTo>
                  <a:cubicBezTo>
                    <a:pt x="26814" y="8971"/>
                    <a:pt x="26488" y="9069"/>
                    <a:pt x="26162" y="9232"/>
                  </a:cubicBezTo>
                  <a:lnTo>
                    <a:pt x="18398" y="4535"/>
                  </a:lnTo>
                  <a:lnTo>
                    <a:pt x="9884" y="13049"/>
                  </a:lnTo>
                  <a:lnTo>
                    <a:pt x="4535" y="18399"/>
                  </a:lnTo>
                  <a:lnTo>
                    <a:pt x="9232" y="26162"/>
                  </a:lnTo>
                  <a:cubicBezTo>
                    <a:pt x="9069" y="26488"/>
                    <a:pt x="8971" y="26815"/>
                    <a:pt x="8840" y="27141"/>
                  </a:cubicBezTo>
                  <a:lnTo>
                    <a:pt x="0" y="29359"/>
                  </a:lnTo>
                  <a:lnTo>
                    <a:pt x="0" y="32621"/>
                  </a:lnTo>
                  <a:lnTo>
                    <a:pt x="0" y="48931"/>
                  </a:lnTo>
                  <a:lnTo>
                    <a:pt x="8840" y="51149"/>
                  </a:lnTo>
                  <a:cubicBezTo>
                    <a:pt x="8971" y="51475"/>
                    <a:pt x="9069" y="51801"/>
                    <a:pt x="9232" y="52128"/>
                  </a:cubicBezTo>
                  <a:lnTo>
                    <a:pt x="4535" y="59891"/>
                  </a:lnTo>
                  <a:lnTo>
                    <a:pt x="18398" y="73754"/>
                  </a:lnTo>
                  <a:lnTo>
                    <a:pt x="26162" y="69057"/>
                  </a:lnTo>
                  <a:cubicBezTo>
                    <a:pt x="26488" y="69220"/>
                    <a:pt x="26814" y="69318"/>
                    <a:pt x="27140" y="69449"/>
                  </a:cubicBezTo>
                  <a:lnTo>
                    <a:pt x="29358" y="78289"/>
                  </a:lnTo>
                  <a:lnTo>
                    <a:pt x="48930" y="78289"/>
                  </a:lnTo>
                  <a:lnTo>
                    <a:pt x="51148" y="69449"/>
                  </a:lnTo>
                  <a:cubicBezTo>
                    <a:pt x="51475" y="69318"/>
                    <a:pt x="51801" y="69220"/>
                    <a:pt x="52127" y="69057"/>
                  </a:cubicBezTo>
                  <a:lnTo>
                    <a:pt x="58716" y="73037"/>
                  </a:lnTo>
                  <a:lnTo>
                    <a:pt x="59891" y="73754"/>
                  </a:lnTo>
                  <a:lnTo>
                    <a:pt x="73754" y="59891"/>
                  </a:lnTo>
                  <a:lnTo>
                    <a:pt x="69057" y="52128"/>
                  </a:lnTo>
                  <a:cubicBezTo>
                    <a:pt x="69220" y="51801"/>
                    <a:pt x="69318" y="51475"/>
                    <a:pt x="69448" y="51149"/>
                  </a:cubicBezTo>
                  <a:lnTo>
                    <a:pt x="78288" y="48931"/>
                  </a:lnTo>
                  <a:lnTo>
                    <a:pt x="78288" y="29359"/>
                  </a:lnTo>
                  <a:lnTo>
                    <a:pt x="69448" y="27141"/>
                  </a:lnTo>
                  <a:cubicBezTo>
                    <a:pt x="69318" y="26815"/>
                    <a:pt x="69220" y="26488"/>
                    <a:pt x="69057" y="26162"/>
                  </a:cubicBezTo>
                  <a:lnTo>
                    <a:pt x="73754" y="18399"/>
                  </a:lnTo>
                  <a:lnTo>
                    <a:pt x="59891" y="4535"/>
                  </a:lnTo>
                  <a:lnTo>
                    <a:pt x="52127" y="9232"/>
                  </a:lnTo>
                  <a:cubicBezTo>
                    <a:pt x="51801" y="9069"/>
                    <a:pt x="51475" y="8971"/>
                    <a:pt x="51148" y="8841"/>
                  </a:cubicBezTo>
                  <a:lnTo>
                    <a:pt x="489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8"/>
            <p:cNvSpPr/>
            <p:nvPr/>
          </p:nvSpPr>
          <p:spPr>
            <a:xfrm>
              <a:off x="6249375" y="1240218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8"/>
            <p:cNvSpPr/>
            <p:nvPr/>
          </p:nvSpPr>
          <p:spPr>
            <a:xfrm>
              <a:off x="6712514" y="1240218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8"/>
            <p:cNvSpPr/>
            <p:nvPr/>
          </p:nvSpPr>
          <p:spPr>
            <a:xfrm>
              <a:off x="6480945" y="1240218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8"/>
            <p:cNvSpPr/>
            <p:nvPr/>
          </p:nvSpPr>
          <p:spPr>
            <a:xfrm>
              <a:off x="7986146" y="1124433"/>
              <a:ext cx="810511" cy="810511"/>
            </a:xfrm>
            <a:custGeom>
              <a:avLst/>
              <a:gdLst/>
              <a:ahLst/>
              <a:cxnLst/>
              <a:rect l="l" t="t" r="r" b="b"/>
              <a:pathLst>
                <a:path w="45669" h="45669" extrusionOk="0">
                  <a:moveTo>
                    <a:pt x="22834" y="6525"/>
                  </a:moveTo>
                  <a:cubicBezTo>
                    <a:pt x="31837" y="6525"/>
                    <a:pt x="39144" y="13832"/>
                    <a:pt x="39144" y="22835"/>
                  </a:cubicBezTo>
                  <a:cubicBezTo>
                    <a:pt x="39144" y="31838"/>
                    <a:pt x="31837" y="39145"/>
                    <a:pt x="22834" y="39145"/>
                  </a:cubicBezTo>
                  <a:cubicBezTo>
                    <a:pt x="13831" y="39145"/>
                    <a:pt x="6524" y="31838"/>
                    <a:pt x="6524" y="22835"/>
                  </a:cubicBezTo>
                  <a:cubicBezTo>
                    <a:pt x="6524" y="13832"/>
                    <a:pt x="13831" y="6525"/>
                    <a:pt x="22834" y="6525"/>
                  </a:cubicBezTo>
                  <a:close/>
                  <a:moveTo>
                    <a:pt x="22834" y="1"/>
                  </a:moveTo>
                  <a:cubicBezTo>
                    <a:pt x="10243" y="1"/>
                    <a:pt x="0" y="10244"/>
                    <a:pt x="0" y="22835"/>
                  </a:cubicBezTo>
                  <a:cubicBezTo>
                    <a:pt x="0" y="35426"/>
                    <a:pt x="10243" y="45669"/>
                    <a:pt x="22834" y="45669"/>
                  </a:cubicBezTo>
                  <a:cubicBezTo>
                    <a:pt x="35426" y="45669"/>
                    <a:pt x="45668" y="35426"/>
                    <a:pt x="45668" y="22835"/>
                  </a:cubicBezTo>
                  <a:cubicBezTo>
                    <a:pt x="45668" y="10244"/>
                    <a:pt x="35426" y="1"/>
                    <a:pt x="22834" y="1"/>
                  </a:cubicBezTo>
                  <a:close/>
                </a:path>
              </a:pathLst>
            </a:custGeom>
            <a:solidFill>
              <a:srgbClr val="26A2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8"/>
            <p:cNvSpPr/>
            <p:nvPr/>
          </p:nvSpPr>
          <p:spPr>
            <a:xfrm>
              <a:off x="6249375" y="2745419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8"/>
            <p:cNvSpPr/>
            <p:nvPr/>
          </p:nvSpPr>
          <p:spPr>
            <a:xfrm>
              <a:off x="6017806" y="2745419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8"/>
            <p:cNvSpPr/>
            <p:nvPr/>
          </p:nvSpPr>
          <p:spPr>
            <a:xfrm>
              <a:off x="5786237" y="2745419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8"/>
            <p:cNvSpPr/>
            <p:nvPr/>
          </p:nvSpPr>
          <p:spPr>
            <a:xfrm>
              <a:off x="6210597" y="1714946"/>
              <a:ext cx="362990" cy="439996"/>
            </a:xfrm>
            <a:custGeom>
              <a:avLst/>
              <a:gdLst/>
              <a:ahLst/>
              <a:cxnLst/>
              <a:rect l="l" t="t" r="r" b="b"/>
              <a:pathLst>
                <a:path w="20453" h="24792" extrusionOk="0">
                  <a:moveTo>
                    <a:pt x="16539" y="0"/>
                  </a:moveTo>
                  <a:lnTo>
                    <a:pt x="0" y="12396"/>
                  </a:lnTo>
                  <a:lnTo>
                    <a:pt x="16539" y="24791"/>
                  </a:lnTo>
                  <a:lnTo>
                    <a:pt x="20453" y="19572"/>
                  </a:lnTo>
                  <a:lnTo>
                    <a:pt x="10895" y="12396"/>
                  </a:lnTo>
                  <a:lnTo>
                    <a:pt x="20453" y="5219"/>
                  </a:lnTo>
                  <a:lnTo>
                    <a:pt x="16539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8"/>
            <p:cNvSpPr/>
            <p:nvPr/>
          </p:nvSpPr>
          <p:spPr>
            <a:xfrm>
              <a:off x="7719844" y="2178085"/>
              <a:ext cx="362990" cy="439996"/>
            </a:xfrm>
            <a:custGeom>
              <a:avLst/>
              <a:gdLst/>
              <a:ahLst/>
              <a:cxnLst/>
              <a:rect l="l" t="t" r="r" b="b"/>
              <a:pathLst>
                <a:path w="20453" h="24792" extrusionOk="0">
                  <a:moveTo>
                    <a:pt x="3915" y="0"/>
                  </a:moveTo>
                  <a:lnTo>
                    <a:pt x="0" y="5219"/>
                  </a:lnTo>
                  <a:lnTo>
                    <a:pt x="9558" y="12396"/>
                  </a:lnTo>
                  <a:lnTo>
                    <a:pt x="0" y="19572"/>
                  </a:lnTo>
                  <a:lnTo>
                    <a:pt x="3915" y="24791"/>
                  </a:lnTo>
                  <a:lnTo>
                    <a:pt x="20453" y="12396"/>
                  </a:lnTo>
                  <a:lnTo>
                    <a:pt x="3915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8"/>
            <p:cNvSpPr/>
            <p:nvPr/>
          </p:nvSpPr>
          <p:spPr>
            <a:xfrm>
              <a:off x="6712514" y="1703357"/>
              <a:ext cx="810511" cy="115802"/>
            </a:xfrm>
            <a:custGeom>
              <a:avLst/>
              <a:gdLst/>
              <a:ahLst/>
              <a:cxnLst/>
              <a:rect l="l" t="t" r="r" b="b"/>
              <a:pathLst>
                <a:path w="45669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45669" y="6525"/>
                  </a:lnTo>
                  <a:lnTo>
                    <a:pt x="45669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8"/>
            <p:cNvSpPr/>
            <p:nvPr/>
          </p:nvSpPr>
          <p:spPr>
            <a:xfrm>
              <a:off x="6712514" y="1934926"/>
              <a:ext cx="810511" cy="115802"/>
            </a:xfrm>
            <a:custGeom>
              <a:avLst/>
              <a:gdLst/>
              <a:ahLst/>
              <a:cxnLst/>
              <a:rect l="l" t="t" r="r" b="b"/>
              <a:pathLst>
                <a:path w="45669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45669" y="6525"/>
                  </a:lnTo>
                  <a:lnTo>
                    <a:pt x="45669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8"/>
            <p:cNvSpPr/>
            <p:nvPr/>
          </p:nvSpPr>
          <p:spPr>
            <a:xfrm>
              <a:off x="6712514" y="2166496"/>
              <a:ext cx="810511" cy="115802"/>
            </a:xfrm>
            <a:custGeom>
              <a:avLst/>
              <a:gdLst/>
              <a:ahLst/>
              <a:cxnLst/>
              <a:rect l="l" t="t" r="r" b="b"/>
              <a:pathLst>
                <a:path w="45669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45669" y="6525"/>
                  </a:lnTo>
                  <a:lnTo>
                    <a:pt x="45669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8"/>
            <p:cNvSpPr/>
            <p:nvPr/>
          </p:nvSpPr>
          <p:spPr>
            <a:xfrm>
              <a:off x="6712514" y="2398065"/>
              <a:ext cx="578941" cy="115802"/>
            </a:xfrm>
            <a:custGeom>
              <a:avLst/>
              <a:gdLst/>
              <a:ahLst/>
              <a:cxnLst/>
              <a:rect l="l" t="t" r="r" b="b"/>
              <a:pathLst>
                <a:path w="32621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32621" y="6525"/>
                  </a:lnTo>
                  <a:lnTo>
                    <a:pt x="32621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8"/>
            <p:cNvSpPr/>
            <p:nvPr/>
          </p:nvSpPr>
          <p:spPr>
            <a:xfrm>
              <a:off x="7407222" y="2398065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8"/>
            <p:cNvSpPr/>
            <p:nvPr/>
          </p:nvSpPr>
          <p:spPr>
            <a:xfrm>
              <a:off x="7138596" y="3337653"/>
              <a:ext cx="474746" cy="668087"/>
            </a:xfrm>
            <a:custGeom>
              <a:avLst/>
              <a:gdLst/>
              <a:ahLst/>
              <a:cxnLst/>
              <a:rect l="l" t="t" r="r" b="b"/>
              <a:pathLst>
                <a:path w="26750" h="37644" extrusionOk="0">
                  <a:moveTo>
                    <a:pt x="4176" y="1"/>
                  </a:moveTo>
                  <a:lnTo>
                    <a:pt x="1" y="5024"/>
                  </a:lnTo>
                  <a:lnTo>
                    <a:pt x="16572" y="18822"/>
                  </a:lnTo>
                  <a:lnTo>
                    <a:pt x="1" y="32621"/>
                  </a:lnTo>
                  <a:lnTo>
                    <a:pt x="4176" y="37644"/>
                  </a:lnTo>
                  <a:lnTo>
                    <a:pt x="26749" y="18822"/>
                  </a:lnTo>
                  <a:lnTo>
                    <a:pt x="4176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8"/>
            <p:cNvSpPr/>
            <p:nvPr/>
          </p:nvSpPr>
          <p:spPr>
            <a:xfrm>
              <a:off x="6274861" y="3337653"/>
              <a:ext cx="474728" cy="668087"/>
            </a:xfrm>
            <a:custGeom>
              <a:avLst/>
              <a:gdLst/>
              <a:ahLst/>
              <a:cxnLst/>
              <a:rect l="l" t="t" r="r" b="b"/>
              <a:pathLst>
                <a:path w="26749" h="37644" extrusionOk="0">
                  <a:moveTo>
                    <a:pt x="22573" y="1"/>
                  </a:moveTo>
                  <a:lnTo>
                    <a:pt x="0" y="18822"/>
                  </a:lnTo>
                  <a:lnTo>
                    <a:pt x="22573" y="37644"/>
                  </a:lnTo>
                  <a:lnTo>
                    <a:pt x="26748" y="32621"/>
                  </a:lnTo>
                  <a:lnTo>
                    <a:pt x="10177" y="18822"/>
                  </a:lnTo>
                  <a:lnTo>
                    <a:pt x="26748" y="5024"/>
                  </a:lnTo>
                  <a:lnTo>
                    <a:pt x="22573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8"/>
            <p:cNvSpPr/>
            <p:nvPr/>
          </p:nvSpPr>
          <p:spPr>
            <a:xfrm>
              <a:off x="6771560" y="3194662"/>
              <a:ext cx="343325" cy="954088"/>
            </a:xfrm>
            <a:custGeom>
              <a:avLst/>
              <a:gdLst/>
              <a:ahLst/>
              <a:cxnLst/>
              <a:rect l="l" t="t" r="r" b="b"/>
              <a:pathLst>
                <a:path w="19345" h="53759" extrusionOk="0">
                  <a:moveTo>
                    <a:pt x="13016" y="1"/>
                  </a:moveTo>
                  <a:lnTo>
                    <a:pt x="1" y="52160"/>
                  </a:lnTo>
                  <a:lnTo>
                    <a:pt x="6329" y="53758"/>
                  </a:lnTo>
                  <a:lnTo>
                    <a:pt x="19345" y="1566"/>
                  </a:lnTo>
                  <a:lnTo>
                    <a:pt x="13016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8"/>
            <p:cNvSpPr/>
            <p:nvPr/>
          </p:nvSpPr>
          <p:spPr>
            <a:xfrm>
              <a:off x="5786237" y="3671697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8"/>
            <p:cNvSpPr/>
            <p:nvPr/>
          </p:nvSpPr>
          <p:spPr>
            <a:xfrm>
              <a:off x="5786237" y="3208558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8"/>
            <p:cNvSpPr/>
            <p:nvPr/>
          </p:nvSpPr>
          <p:spPr>
            <a:xfrm>
              <a:off x="5786237" y="3440127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8"/>
            <p:cNvSpPr/>
            <p:nvPr/>
          </p:nvSpPr>
          <p:spPr>
            <a:xfrm>
              <a:off x="7986146" y="4019051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8"/>
            <p:cNvSpPr/>
            <p:nvPr/>
          </p:nvSpPr>
          <p:spPr>
            <a:xfrm>
              <a:off x="7986146" y="3555912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8"/>
            <p:cNvSpPr/>
            <p:nvPr/>
          </p:nvSpPr>
          <p:spPr>
            <a:xfrm>
              <a:off x="7986146" y="3787481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8"/>
            <p:cNvSpPr/>
            <p:nvPr/>
          </p:nvSpPr>
          <p:spPr>
            <a:xfrm>
              <a:off x="8449284" y="3787481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8"/>
            <p:cNvSpPr/>
            <p:nvPr/>
          </p:nvSpPr>
          <p:spPr>
            <a:xfrm>
              <a:off x="8449284" y="4019051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8"/>
            <p:cNvSpPr/>
            <p:nvPr/>
          </p:nvSpPr>
          <p:spPr>
            <a:xfrm>
              <a:off x="8449284" y="3555912"/>
              <a:ext cx="115802" cy="11580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4" name="Google Shape;1224;p48"/>
          <p:cNvGrpSpPr/>
          <p:nvPr/>
        </p:nvGrpSpPr>
        <p:grpSpPr>
          <a:xfrm>
            <a:off x="2598300" y="1013625"/>
            <a:ext cx="95400" cy="3116250"/>
            <a:chOff x="4524300" y="1013625"/>
            <a:chExt cx="95400" cy="3116250"/>
          </a:xfrm>
        </p:grpSpPr>
        <p:sp>
          <p:nvSpPr>
            <p:cNvPr id="1225" name="Google Shape;1225;p48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8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8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8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8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8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4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Devicetree</a:t>
            </a: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8CEE45-CABD-DB7A-A8AA-585594900A3D}"/>
              </a:ext>
            </a:extLst>
          </p:cNvPr>
          <p:cNvSpPr txBox="1"/>
          <p:nvPr/>
        </p:nvSpPr>
        <p:spPr>
          <a:xfrm>
            <a:off x="879231" y="1348153"/>
            <a:ext cx="7385538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>
                <a:solidFill>
                  <a:schemeClr val="tx1"/>
                </a:solidFill>
              </a:rPr>
              <a:t>Текстуална структура у формату која је читљива човеку која описује хардверске компоненте система.</a:t>
            </a:r>
          </a:p>
          <a:p>
            <a:pPr marL="285750" indent="-285750">
              <a:buChar char="•"/>
            </a:pPr>
            <a:r>
              <a:rPr lang="en-US">
                <a:solidFill>
                  <a:schemeClr val="tx1"/>
                </a:solidFill>
              </a:rPr>
              <a:t>Циљ је да оперативни систем зна који хардвер постоји на плочи без да се тај хардвер угради у сам код језгра.</a:t>
            </a:r>
          </a:p>
          <a:p>
            <a:pPr marL="285750" indent="-285750">
              <a:buChar char="•"/>
            </a:pPr>
            <a:r>
              <a:rPr lang="en-US">
                <a:solidFill>
                  <a:schemeClr val="tx1"/>
                </a:solidFill>
              </a:rPr>
              <a:t>Има наставак .dts и садржи чворове. Слика испод приказује чворове "/", </a:t>
            </a:r>
            <a:r>
              <a:rPr lang="en-US" i="1">
                <a:solidFill>
                  <a:schemeClr val="tx1"/>
                </a:solidFill>
              </a:rPr>
              <a:t>"a-node"</a:t>
            </a:r>
            <a:r>
              <a:rPr lang="en-US">
                <a:solidFill>
                  <a:schemeClr val="tx1"/>
                </a:solidFill>
              </a:rPr>
              <a:t> и </a:t>
            </a:r>
            <a:r>
              <a:rPr lang="en-US" i="1">
                <a:solidFill>
                  <a:schemeClr val="tx1"/>
                </a:solidFill>
              </a:rPr>
              <a:t>a-sub-node". </a:t>
            </a:r>
            <a:r>
              <a:rPr lang="en-US">
                <a:solidFill>
                  <a:schemeClr val="tx1"/>
                </a:solidFill>
              </a:rPr>
              <a:t>Путања до чвора је одвојена "/".</a:t>
            </a:r>
          </a:p>
        </p:txBody>
      </p:sp>
      <p:pic>
        <p:nvPicPr>
          <p:cNvPr id="19" name="Picture 18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9D2472C7-445C-87D5-34A6-BA78FDB65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350" y="2858308"/>
            <a:ext cx="5067300" cy="19716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234">
          <a:extLst>
            <a:ext uri="{FF2B5EF4-FFF2-40B4-BE49-F238E27FC236}">
              <a16:creationId xmlns:a16="http://schemas.microsoft.com/office/drawing/2014/main" id="{6F458837-160A-5CD3-41F7-A4D809566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49">
            <a:extLst>
              <a:ext uri="{FF2B5EF4-FFF2-40B4-BE49-F238E27FC236}">
                <a16:creationId xmlns:a16="http://schemas.microsoft.com/office/drawing/2014/main" id="{840ADA8F-4C4C-35C6-5C40-1B3EBC2F01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Devicetree</a:t>
            </a:r>
            <a:r>
              <a:rPr lang="en"/>
              <a:t> - Наставак</a:t>
            </a: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614938-919B-EDF8-6D69-8B9B1A0CE643}"/>
              </a:ext>
            </a:extLst>
          </p:cNvPr>
          <p:cNvSpPr txBox="1"/>
          <p:nvPr/>
        </p:nvSpPr>
        <p:spPr>
          <a:xfrm>
            <a:off x="879231" y="1348153"/>
            <a:ext cx="7385538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>
                <a:solidFill>
                  <a:schemeClr val="tx1"/>
                </a:solidFill>
              </a:rPr>
              <a:t>Сваки чвор описује један конкретан хардверски елемент. Чворови су угњеждени онако како је хардвер стварно повезан на плочи.</a:t>
            </a:r>
          </a:p>
          <a:p>
            <a:pPr marL="285750" indent="-285750">
              <a:buChar char="•"/>
            </a:pPr>
            <a:r>
              <a:rPr lang="en-US">
                <a:solidFill>
                  <a:schemeClr val="tx1"/>
                </a:solidFill>
              </a:rPr>
              <a:t>Замислимо да имамо контролер који у себи има I2C контролер на којем су повезана три периферна уређаја.</a:t>
            </a:r>
          </a:p>
        </p:txBody>
      </p:sp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6D5B89E-9593-88A7-9C6C-1AA70FFE5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078" y="2415395"/>
            <a:ext cx="3237063" cy="252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250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234">
          <a:extLst>
            <a:ext uri="{FF2B5EF4-FFF2-40B4-BE49-F238E27FC236}">
              <a16:creationId xmlns:a16="http://schemas.microsoft.com/office/drawing/2014/main" id="{4E8DAC10-AF3F-BF9C-8EC5-1253B40CD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49">
            <a:extLst>
              <a:ext uri="{FF2B5EF4-FFF2-40B4-BE49-F238E27FC236}">
                <a16:creationId xmlns:a16="http://schemas.microsoft.com/office/drawing/2014/main" id="{DC80915A-0951-1653-5D6B-34C241FA43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Devicetree - Својства</a:t>
            </a:r>
            <a:endParaRPr/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CF0AE79-A4FD-EDF8-E065-CA1F06DD1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79" y="1289919"/>
            <a:ext cx="3213340" cy="3092031"/>
          </a:xfrm>
          <a:prstGeom prst="rect">
            <a:avLst/>
          </a:prstGeom>
        </p:spPr>
      </p:pic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ECE70A2-BB99-715E-7FA9-01AF3A197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882" y="1287942"/>
            <a:ext cx="3116998" cy="309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331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234">
          <a:extLst>
            <a:ext uri="{FF2B5EF4-FFF2-40B4-BE49-F238E27FC236}">
              <a16:creationId xmlns:a16="http://schemas.microsoft.com/office/drawing/2014/main" id="{36A4D2FF-E65C-744D-AC40-70774DF28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49">
            <a:extLst>
              <a:ext uri="{FF2B5EF4-FFF2-40B4-BE49-F238E27FC236}">
                <a16:creationId xmlns:a16="http://schemas.microsoft.com/office/drawing/2014/main" id="{A6EFD4F5-B3FA-3E66-B9F0-E7230CABF8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Devicetree - Објашњење својства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AC904E-DC23-8F98-5AC9-163AA4E91239}"/>
              </a:ext>
            </a:extLst>
          </p:cNvPr>
          <p:cNvSpPr txBox="1"/>
          <p:nvPr/>
        </p:nvSpPr>
        <p:spPr>
          <a:xfrm>
            <a:off x="820615" y="1348153"/>
            <a:ext cx="7312269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Чвор </a:t>
            </a:r>
            <a:r>
              <a:rPr lang="en-US" i="1">
                <a:solidFill>
                  <a:schemeClr val="tx1"/>
                </a:solidFill>
              </a:rPr>
              <a:t>chosen</a:t>
            </a:r>
            <a:r>
              <a:rPr lang="en-US">
                <a:solidFill>
                  <a:schemeClr val="tx1"/>
                </a:solidFill>
              </a:rPr>
              <a:t> говори који уређај се користи за одређену функцију. </a:t>
            </a:r>
          </a:p>
          <a:p>
            <a:pPr marL="285750" indent="-285750">
              <a:buChar char="•"/>
            </a:pPr>
            <a:r>
              <a:rPr lang="en-US">
                <a:solidFill>
                  <a:schemeClr val="tx1"/>
                </a:solidFill>
              </a:rPr>
              <a:t>zephyr,bt-hci = &amp;bt_hci_controller је задужен за омогућавање Bluetooth интерфејса</a:t>
            </a:r>
          </a:p>
          <a:p>
            <a:pPr marL="285750" indent="-285750">
              <a:buChar char="•"/>
            </a:pPr>
            <a:r>
              <a:rPr lang="en-US">
                <a:solidFill>
                  <a:schemeClr val="tx1"/>
                </a:solidFill>
              </a:rPr>
              <a:t>zephyr,entropy = &amp;rng за избор случајних бројева</a:t>
            </a:r>
          </a:p>
          <a:p>
            <a:r>
              <a:rPr lang="en-US">
                <a:solidFill>
                  <a:schemeClr val="tx1"/>
                </a:solidFill>
              </a:rPr>
              <a:t>UART – Universal Asynchronous Receiver/Transmitter: Хардверски модул у микроконтролеру који омогућава комуникацију. Пошиљалац и пријемник се договоре унаред о брзини комуникације.</a:t>
            </a:r>
          </a:p>
          <a:p>
            <a:r>
              <a:rPr lang="en-US">
                <a:solidFill>
                  <a:schemeClr val="tx1"/>
                </a:solidFill>
              </a:rPr>
              <a:t>Чвор Aliases: Кратка имена за лакше коришћење. Због овога можемо касниеј у коду употребити нпр. DEVICE_DT_GET(DT_ALIAS(led0));</a:t>
            </a:r>
          </a:p>
        </p:txBody>
      </p:sp>
    </p:spTree>
    <p:extLst>
      <p:ext uri="{BB962C8B-B14F-4D97-AF65-F5344CB8AC3E}">
        <p14:creationId xmlns:p14="http://schemas.microsoft.com/office/powerpoint/2010/main" val="3014761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54"/>
          <p:cNvSpPr txBox="1">
            <a:spLocks noGrp="1"/>
          </p:cNvSpPr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344" name="Google Shape;1344;p54"/>
          <p:cNvSpPr txBox="1">
            <a:spLocks noGrp="1"/>
          </p:cNvSpPr>
          <p:nvPr>
            <p:ph type="title" idx="2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West алат</a:t>
            </a:r>
            <a:endParaRPr lang="en-US"/>
          </a:p>
        </p:txBody>
      </p:sp>
      <p:grpSp>
        <p:nvGrpSpPr>
          <p:cNvPr id="1345" name="Google Shape;1345;p54"/>
          <p:cNvGrpSpPr/>
          <p:nvPr/>
        </p:nvGrpSpPr>
        <p:grpSpPr>
          <a:xfrm>
            <a:off x="6275090" y="1382992"/>
            <a:ext cx="2377521" cy="2377521"/>
            <a:chOff x="6275090" y="1382992"/>
            <a:chExt cx="2377521" cy="2377521"/>
          </a:xfrm>
        </p:grpSpPr>
        <p:sp>
          <p:nvSpPr>
            <p:cNvPr id="1346" name="Google Shape;1346;p54"/>
            <p:cNvSpPr/>
            <p:nvPr/>
          </p:nvSpPr>
          <p:spPr>
            <a:xfrm>
              <a:off x="6275090" y="1382992"/>
              <a:ext cx="1862394" cy="2139770"/>
            </a:xfrm>
            <a:custGeom>
              <a:avLst/>
              <a:gdLst/>
              <a:ahLst/>
              <a:cxnLst/>
              <a:rect l="l" t="t" r="r" b="b"/>
              <a:pathLst>
                <a:path w="153315" h="176149" extrusionOk="0">
                  <a:moveTo>
                    <a:pt x="1" y="1"/>
                  </a:moveTo>
                  <a:lnTo>
                    <a:pt x="1" y="176148"/>
                  </a:lnTo>
                  <a:lnTo>
                    <a:pt x="153314" y="176148"/>
                  </a:lnTo>
                  <a:lnTo>
                    <a:pt x="153314" y="22835"/>
                  </a:lnTo>
                  <a:lnTo>
                    <a:pt x="1304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54"/>
            <p:cNvSpPr/>
            <p:nvPr/>
          </p:nvSpPr>
          <p:spPr>
            <a:xfrm>
              <a:off x="7860096" y="1382992"/>
              <a:ext cx="277388" cy="277388"/>
            </a:xfrm>
            <a:custGeom>
              <a:avLst/>
              <a:gdLst/>
              <a:ahLst/>
              <a:cxnLst/>
              <a:rect l="l" t="t" r="r" b="b"/>
              <a:pathLst>
                <a:path w="22835" h="22835" extrusionOk="0">
                  <a:moveTo>
                    <a:pt x="0" y="1"/>
                  </a:moveTo>
                  <a:lnTo>
                    <a:pt x="0" y="22835"/>
                  </a:lnTo>
                  <a:lnTo>
                    <a:pt x="22834" y="228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B9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54"/>
            <p:cNvSpPr/>
            <p:nvPr/>
          </p:nvSpPr>
          <p:spPr>
            <a:xfrm>
              <a:off x="6631716" y="1977369"/>
              <a:ext cx="1228392" cy="1228392"/>
            </a:xfrm>
            <a:custGeom>
              <a:avLst/>
              <a:gdLst/>
              <a:ahLst/>
              <a:cxnLst/>
              <a:rect l="l" t="t" r="r" b="b"/>
              <a:pathLst>
                <a:path w="101123" h="101123" extrusionOk="0">
                  <a:moveTo>
                    <a:pt x="78289" y="55455"/>
                  </a:moveTo>
                  <a:lnTo>
                    <a:pt x="78289" y="78288"/>
                  </a:lnTo>
                  <a:lnTo>
                    <a:pt x="55455" y="78288"/>
                  </a:lnTo>
                  <a:lnTo>
                    <a:pt x="78289" y="55455"/>
                  </a:lnTo>
                  <a:close/>
                  <a:moveTo>
                    <a:pt x="101122" y="1"/>
                  </a:moveTo>
                  <a:lnTo>
                    <a:pt x="1" y="101122"/>
                  </a:lnTo>
                  <a:lnTo>
                    <a:pt x="101122" y="101122"/>
                  </a:lnTo>
                  <a:lnTo>
                    <a:pt x="1011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54"/>
            <p:cNvSpPr/>
            <p:nvPr/>
          </p:nvSpPr>
          <p:spPr>
            <a:xfrm>
              <a:off x="7622345" y="2730246"/>
              <a:ext cx="1030266" cy="1030266"/>
            </a:xfrm>
            <a:custGeom>
              <a:avLst/>
              <a:gdLst/>
              <a:ahLst/>
              <a:cxnLst/>
              <a:rect l="l" t="t" r="r" b="b"/>
              <a:pathLst>
                <a:path w="84813" h="84813" extrusionOk="0">
                  <a:moveTo>
                    <a:pt x="42406" y="1"/>
                  </a:moveTo>
                  <a:cubicBezTo>
                    <a:pt x="41167" y="1"/>
                    <a:pt x="39927" y="66"/>
                    <a:pt x="38688" y="196"/>
                  </a:cubicBezTo>
                  <a:lnTo>
                    <a:pt x="36763" y="7014"/>
                  </a:lnTo>
                  <a:cubicBezTo>
                    <a:pt x="34284" y="7405"/>
                    <a:pt x="31870" y="8058"/>
                    <a:pt x="29554" y="8938"/>
                  </a:cubicBezTo>
                  <a:lnTo>
                    <a:pt x="24531" y="4013"/>
                  </a:lnTo>
                  <a:cubicBezTo>
                    <a:pt x="22247" y="5057"/>
                    <a:pt x="20094" y="6296"/>
                    <a:pt x="18072" y="7699"/>
                  </a:cubicBezTo>
                  <a:lnTo>
                    <a:pt x="19833" y="14549"/>
                  </a:lnTo>
                  <a:cubicBezTo>
                    <a:pt x="17876" y="16115"/>
                    <a:pt x="16115" y="17876"/>
                    <a:pt x="14549" y="19833"/>
                  </a:cubicBezTo>
                  <a:lnTo>
                    <a:pt x="7699" y="18072"/>
                  </a:lnTo>
                  <a:cubicBezTo>
                    <a:pt x="6296" y="20094"/>
                    <a:pt x="5057" y="22247"/>
                    <a:pt x="4013" y="24531"/>
                  </a:cubicBezTo>
                  <a:lnTo>
                    <a:pt x="8938" y="29554"/>
                  </a:lnTo>
                  <a:cubicBezTo>
                    <a:pt x="8058" y="31870"/>
                    <a:pt x="7405" y="34284"/>
                    <a:pt x="7014" y="36763"/>
                  </a:cubicBezTo>
                  <a:lnTo>
                    <a:pt x="196" y="38688"/>
                  </a:lnTo>
                  <a:cubicBezTo>
                    <a:pt x="66" y="39927"/>
                    <a:pt x="1" y="41167"/>
                    <a:pt x="1" y="42406"/>
                  </a:cubicBezTo>
                  <a:cubicBezTo>
                    <a:pt x="1" y="43646"/>
                    <a:pt x="66" y="44885"/>
                    <a:pt x="196" y="46125"/>
                  </a:cubicBezTo>
                  <a:lnTo>
                    <a:pt x="7014" y="48050"/>
                  </a:lnTo>
                  <a:cubicBezTo>
                    <a:pt x="7405" y="50529"/>
                    <a:pt x="8058" y="52943"/>
                    <a:pt x="8938" y="55259"/>
                  </a:cubicBezTo>
                  <a:lnTo>
                    <a:pt x="4013" y="60282"/>
                  </a:lnTo>
                  <a:cubicBezTo>
                    <a:pt x="5057" y="62565"/>
                    <a:pt x="6296" y="64718"/>
                    <a:pt x="7699" y="66741"/>
                  </a:cubicBezTo>
                  <a:lnTo>
                    <a:pt x="14549" y="64979"/>
                  </a:lnTo>
                  <a:cubicBezTo>
                    <a:pt x="16115" y="66936"/>
                    <a:pt x="17876" y="68698"/>
                    <a:pt x="19833" y="70264"/>
                  </a:cubicBezTo>
                  <a:lnTo>
                    <a:pt x="18072" y="77114"/>
                  </a:lnTo>
                  <a:cubicBezTo>
                    <a:pt x="20094" y="78517"/>
                    <a:pt x="22247" y="79756"/>
                    <a:pt x="24531" y="80800"/>
                  </a:cubicBezTo>
                  <a:lnTo>
                    <a:pt x="29554" y="75874"/>
                  </a:lnTo>
                  <a:cubicBezTo>
                    <a:pt x="31870" y="76755"/>
                    <a:pt x="34284" y="77407"/>
                    <a:pt x="36763" y="77799"/>
                  </a:cubicBezTo>
                  <a:lnTo>
                    <a:pt x="38688" y="84616"/>
                  </a:lnTo>
                  <a:cubicBezTo>
                    <a:pt x="39927" y="84747"/>
                    <a:pt x="41167" y="84812"/>
                    <a:pt x="42406" y="84812"/>
                  </a:cubicBezTo>
                  <a:cubicBezTo>
                    <a:pt x="43646" y="84812"/>
                    <a:pt x="44885" y="84747"/>
                    <a:pt x="46125" y="84616"/>
                  </a:cubicBezTo>
                  <a:lnTo>
                    <a:pt x="48050" y="77799"/>
                  </a:lnTo>
                  <a:cubicBezTo>
                    <a:pt x="50529" y="77407"/>
                    <a:pt x="52943" y="76755"/>
                    <a:pt x="55259" y="75874"/>
                  </a:cubicBezTo>
                  <a:lnTo>
                    <a:pt x="60282" y="80800"/>
                  </a:lnTo>
                  <a:cubicBezTo>
                    <a:pt x="62565" y="79756"/>
                    <a:pt x="64718" y="78517"/>
                    <a:pt x="66741" y="77114"/>
                  </a:cubicBezTo>
                  <a:lnTo>
                    <a:pt x="64979" y="70264"/>
                  </a:lnTo>
                  <a:cubicBezTo>
                    <a:pt x="66936" y="68698"/>
                    <a:pt x="68698" y="66936"/>
                    <a:pt x="70264" y="64979"/>
                  </a:cubicBezTo>
                  <a:lnTo>
                    <a:pt x="77114" y="66741"/>
                  </a:lnTo>
                  <a:cubicBezTo>
                    <a:pt x="78517" y="64718"/>
                    <a:pt x="79756" y="62565"/>
                    <a:pt x="80800" y="60282"/>
                  </a:cubicBezTo>
                  <a:lnTo>
                    <a:pt x="75874" y="55259"/>
                  </a:lnTo>
                  <a:cubicBezTo>
                    <a:pt x="76755" y="52943"/>
                    <a:pt x="77407" y="50529"/>
                    <a:pt x="77799" y="48050"/>
                  </a:cubicBezTo>
                  <a:lnTo>
                    <a:pt x="84616" y="46125"/>
                  </a:lnTo>
                  <a:cubicBezTo>
                    <a:pt x="84747" y="44885"/>
                    <a:pt x="84812" y="43646"/>
                    <a:pt x="84812" y="42406"/>
                  </a:cubicBezTo>
                  <a:cubicBezTo>
                    <a:pt x="84812" y="41167"/>
                    <a:pt x="84747" y="39927"/>
                    <a:pt x="84616" y="38688"/>
                  </a:cubicBezTo>
                  <a:lnTo>
                    <a:pt x="77799" y="36763"/>
                  </a:lnTo>
                  <a:cubicBezTo>
                    <a:pt x="77407" y="34284"/>
                    <a:pt x="76755" y="31870"/>
                    <a:pt x="75874" y="29554"/>
                  </a:cubicBezTo>
                  <a:lnTo>
                    <a:pt x="80800" y="24531"/>
                  </a:lnTo>
                  <a:cubicBezTo>
                    <a:pt x="79756" y="22247"/>
                    <a:pt x="78517" y="20094"/>
                    <a:pt x="77114" y="18072"/>
                  </a:cubicBezTo>
                  <a:lnTo>
                    <a:pt x="70264" y="19833"/>
                  </a:lnTo>
                  <a:cubicBezTo>
                    <a:pt x="68698" y="17876"/>
                    <a:pt x="66936" y="16115"/>
                    <a:pt x="64979" y="14549"/>
                  </a:cubicBezTo>
                  <a:lnTo>
                    <a:pt x="66741" y="7699"/>
                  </a:lnTo>
                  <a:cubicBezTo>
                    <a:pt x="64718" y="6296"/>
                    <a:pt x="62565" y="5057"/>
                    <a:pt x="60282" y="4013"/>
                  </a:cubicBezTo>
                  <a:lnTo>
                    <a:pt x="55259" y="8938"/>
                  </a:lnTo>
                  <a:cubicBezTo>
                    <a:pt x="52943" y="8058"/>
                    <a:pt x="50529" y="7405"/>
                    <a:pt x="48050" y="7014"/>
                  </a:cubicBezTo>
                  <a:lnTo>
                    <a:pt x="46125" y="196"/>
                  </a:lnTo>
                  <a:cubicBezTo>
                    <a:pt x="44885" y="66"/>
                    <a:pt x="43646" y="1"/>
                    <a:pt x="424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54"/>
            <p:cNvSpPr/>
            <p:nvPr/>
          </p:nvSpPr>
          <p:spPr>
            <a:xfrm>
              <a:off x="7265719" y="1660368"/>
              <a:ext cx="237763" cy="237763"/>
            </a:xfrm>
            <a:custGeom>
              <a:avLst/>
              <a:gdLst/>
              <a:ahLst/>
              <a:cxnLst/>
              <a:rect l="l" t="t" r="r" b="b"/>
              <a:pathLst>
                <a:path w="19573" h="19573" extrusionOk="0">
                  <a:moveTo>
                    <a:pt x="9787" y="1"/>
                  </a:moveTo>
                  <a:lnTo>
                    <a:pt x="1" y="19573"/>
                  </a:lnTo>
                  <a:lnTo>
                    <a:pt x="19573" y="19573"/>
                  </a:lnTo>
                  <a:lnTo>
                    <a:pt x="9787" y="1"/>
                  </a:lnTo>
                  <a:close/>
                </a:path>
              </a:pathLst>
            </a:custGeom>
            <a:solidFill>
              <a:srgbClr val="DED8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54"/>
            <p:cNvSpPr/>
            <p:nvPr/>
          </p:nvSpPr>
          <p:spPr>
            <a:xfrm>
              <a:off x="7265719" y="1898118"/>
              <a:ext cx="237763" cy="673640"/>
            </a:xfrm>
            <a:custGeom>
              <a:avLst/>
              <a:gdLst/>
              <a:ahLst/>
              <a:cxnLst/>
              <a:rect l="l" t="t" r="r" b="b"/>
              <a:pathLst>
                <a:path w="19573" h="55455" extrusionOk="0">
                  <a:moveTo>
                    <a:pt x="1" y="1"/>
                  </a:moveTo>
                  <a:lnTo>
                    <a:pt x="1" y="55455"/>
                  </a:lnTo>
                  <a:lnTo>
                    <a:pt x="19573" y="35883"/>
                  </a:lnTo>
                  <a:lnTo>
                    <a:pt x="195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54"/>
            <p:cNvSpPr/>
            <p:nvPr/>
          </p:nvSpPr>
          <p:spPr>
            <a:xfrm>
              <a:off x="6631716" y="1660368"/>
              <a:ext cx="396264" cy="515139"/>
            </a:xfrm>
            <a:custGeom>
              <a:avLst/>
              <a:gdLst/>
              <a:ahLst/>
              <a:cxnLst/>
              <a:rect l="l" t="t" r="r" b="b"/>
              <a:pathLst>
                <a:path w="32621" h="42407" extrusionOk="0">
                  <a:moveTo>
                    <a:pt x="16311" y="1"/>
                  </a:moveTo>
                  <a:lnTo>
                    <a:pt x="1" y="26097"/>
                  </a:lnTo>
                  <a:lnTo>
                    <a:pt x="9787" y="42407"/>
                  </a:lnTo>
                  <a:lnTo>
                    <a:pt x="22835" y="42407"/>
                  </a:lnTo>
                  <a:lnTo>
                    <a:pt x="32621" y="26097"/>
                  </a:lnTo>
                  <a:lnTo>
                    <a:pt x="16311" y="1"/>
                  </a:lnTo>
                  <a:close/>
                </a:path>
              </a:pathLst>
            </a:custGeom>
            <a:solidFill>
              <a:srgbClr val="DED8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54"/>
            <p:cNvSpPr/>
            <p:nvPr/>
          </p:nvSpPr>
          <p:spPr>
            <a:xfrm>
              <a:off x="6671342" y="2175494"/>
              <a:ext cx="317013" cy="922092"/>
            </a:xfrm>
            <a:custGeom>
              <a:avLst/>
              <a:gdLst/>
              <a:ahLst/>
              <a:cxnLst/>
              <a:rect l="l" t="t" r="r" b="b"/>
              <a:pathLst>
                <a:path w="26097" h="75908" extrusionOk="0">
                  <a:moveTo>
                    <a:pt x="6525" y="1"/>
                  </a:moveTo>
                  <a:lnTo>
                    <a:pt x="1" y="19573"/>
                  </a:lnTo>
                  <a:lnTo>
                    <a:pt x="5644" y="75907"/>
                  </a:lnTo>
                  <a:lnTo>
                    <a:pt x="22117" y="59434"/>
                  </a:lnTo>
                  <a:lnTo>
                    <a:pt x="26097" y="19573"/>
                  </a:lnTo>
                  <a:lnTo>
                    <a:pt x="195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54"/>
            <p:cNvSpPr/>
            <p:nvPr/>
          </p:nvSpPr>
          <p:spPr>
            <a:xfrm>
              <a:off x="7820471" y="2928372"/>
              <a:ext cx="634014" cy="634014"/>
            </a:xfrm>
            <a:custGeom>
              <a:avLst/>
              <a:gdLst/>
              <a:ahLst/>
              <a:cxnLst/>
              <a:rect l="l" t="t" r="r" b="b"/>
              <a:pathLst>
                <a:path w="52193" h="52193" extrusionOk="0">
                  <a:moveTo>
                    <a:pt x="26096" y="0"/>
                  </a:moveTo>
                  <a:cubicBezTo>
                    <a:pt x="11678" y="0"/>
                    <a:pt x="0" y="11678"/>
                    <a:pt x="0" y="26096"/>
                  </a:cubicBezTo>
                  <a:cubicBezTo>
                    <a:pt x="0" y="40514"/>
                    <a:pt x="11678" y="52192"/>
                    <a:pt x="26096" y="52192"/>
                  </a:cubicBezTo>
                  <a:cubicBezTo>
                    <a:pt x="40514" y="52192"/>
                    <a:pt x="52192" y="40514"/>
                    <a:pt x="52192" y="26096"/>
                  </a:cubicBezTo>
                  <a:cubicBezTo>
                    <a:pt x="52192" y="11678"/>
                    <a:pt x="40514" y="0"/>
                    <a:pt x="260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54"/>
            <p:cNvSpPr/>
            <p:nvPr/>
          </p:nvSpPr>
          <p:spPr>
            <a:xfrm>
              <a:off x="7899721" y="2928372"/>
              <a:ext cx="277388" cy="356638"/>
            </a:xfrm>
            <a:custGeom>
              <a:avLst/>
              <a:gdLst/>
              <a:ahLst/>
              <a:cxnLst/>
              <a:rect l="l" t="t" r="r" b="b"/>
              <a:pathLst>
                <a:path w="22835" h="29359" extrusionOk="0">
                  <a:moveTo>
                    <a:pt x="16310" y="0"/>
                  </a:moveTo>
                  <a:lnTo>
                    <a:pt x="16310" y="22834"/>
                  </a:lnTo>
                  <a:lnTo>
                    <a:pt x="0" y="22834"/>
                  </a:lnTo>
                  <a:lnTo>
                    <a:pt x="0" y="29358"/>
                  </a:lnTo>
                  <a:lnTo>
                    <a:pt x="22834" y="29358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54"/>
            <p:cNvSpPr/>
            <p:nvPr/>
          </p:nvSpPr>
          <p:spPr>
            <a:xfrm>
              <a:off x="8058222" y="3166123"/>
              <a:ext cx="158513" cy="158513"/>
            </a:xfrm>
            <a:custGeom>
              <a:avLst/>
              <a:gdLst/>
              <a:ahLst/>
              <a:cxnLst/>
              <a:rect l="l" t="t" r="r" b="b"/>
              <a:pathLst>
                <a:path w="13049" h="13049" extrusionOk="0">
                  <a:moveTo>
                    <a:pt x="6524" y="0"/>
                  </a:moveTo>
                  <a:cubicBezTo>
                    <a:pt x="2936" y="0"/>
                    <a:pt x="0" y="2936"/>
                    <a:pt x="0" y="6524"/>
                  </a:cubicBezTo>
                  <a:cubicBezTo>
                    <a:pt x="0" y="10113"/>
                    <a:pt x="2936" y="13048"/>
                    <a:pt x="6524" y="13048"/>
                  </a:cubicBezTo>
                  <a:cubicBezTo>
                    <a:pt x="10113" y="13048"/>
                    <a:pt x="13048" y="10113"/>
                    <a:pt x="13048" y="6524"/>
                  </a:cubicBezTo>
                  <a:cubicBezTo>
                    <a:pt x="13048" y="2936"/>
                    <a:pt x="10113" y="0"/>
                    <a:pt x="65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54"/>
            <p:cNvSpPr/>
            <p:nvPr/>
          </p:nvSpPr>
          <p:spPr>
            <a:xfrm>
              <a:off x="6790217" y="1660368"/>
              <a:ext cx="79262" cy="317013"/>
            </a:xfrm>
            <a:custGeom>
              <a:avLst/>
              <a:gdLst/>
              <a:ahLst/>
              <a:cxnLst/>
              <a:rect l="l" t="t" r="r" b="b"/>
              <a:pathLst>
                <a:path w="6525" h="26097" extrusionOk="0">
                  <a:moveTo>
                    <a:pt x="3263" y="1"/>
                  </a:moveTo>
                  <a:lnTo>
                    <a:pt x="1" y="5220"/>
                  </a:lnTo>
                  <a:lnTo>
                    <a:pt x="1" y="26097"/>
                  </a:lnTo>
                  <a:lnTo>
                    <a:pt x="6525" y="26097"/>
                  </a:lnTo>
                  <a:lnTo>
                    <a:pt x="6525" y="5220"/>
                  </a:lnTo>
                  <a:lnTo>
                    <a:pt x="32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54"/>
            <p:cNvSpPr/>
            <p:nvPr/>
          </p:nvSpPr>
          <p:spPr>
            <a:xfrm>
              <a:off x="6841334" y="2939864"/>
              <a:ext cx="135141" cy="135129"/>
            </a:xfrm>
            <a:custGeom>
              <a:avLst/>
              <a:gdLst/>
              <a:ahLst/>
              <a:cxnLst/>
              <a:rect l="l" t="t" r="r" b="b"/>
              <a:pathLst>
                <a:path w="11125" h="11124" extrusionOk="0">
                  <a:moveTo>
                    <a:pt x="4600" y="0"/>
                  </a:moveTo>
                  <a:lnTo>
                    <a:pt x="1" y="4600"/>
                  </a:lnTo>
                  <a:lnTo>
                    <a:pt x="6525" y="11124"/>
                  </a:lnTo>
                  <a:lnTo>
                    <a:pt x="11124" y="6524"/>
                  </a:lnTo>
                  <a:lnTo>
                    <a:pt x="4600" y="0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54"/>
            <p:cNvSpPr/>
            <p:nvPr/>
          </p:nvSpPr>
          <p:spPr>
            <a:xfrm>
              <a:off x="6960209" y="2820988"/>
              <a:ext cx="135141" cy="135129"/>
            </a:xfrm>
            <a:custGeom>
              <a:avLst/>
              <a:gdLst/>
              <a:ahLst/>
              <a:cxnLst/>
              <a:rect l="l" t="t" r="r" b="b"/>
              <a:pathLst>
                <a:path w="11125" h="11124" extrusionOk="0">
                  <a:moveTo>
                    <a:pt x="4600" y="0"/>
                  </a:moveTo>
                  <a:lnTo>
                    <a:pt x="1" y="4632"/>
                  </a:lnTo>
                  <a:lnTo>
                    <a:pt x="6525" y="11124"/>
                  </a:lnTo>
                  <a:lnTo>
                    <a:pt x="11124" y="6524"/>
                  </a:lnTo>
                  <a:lnTo>
                    <a:pt x="4600" y="0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54"/>
            <p:cNvSpPr/>
            <p:nvPr/>
          </p:nvSpPr>
          <p:spPr>
            <a:xfrm>
              <a:off x="7079085" y="2702113"/>
              <a:ext cx="135141" cy="135530"/>
            </a:xfrm>
            <a:custGeom>
              <a:avLst/>
              <a:gdLst/>
              <a:ahLst/>
              <a:cxnLst/>
              <a:rect l="l" t="t" r="r" b="b"/>
              <a:pathLst>
                <a:path w="11125" h="11157" extrusionOk="0">
                  <a:moveTo>
                    <a:pt x="4600" y="1"/>
                  </a:moveTo>
                  <a:lnTo>
                    <a:pt x="1" y="4633"/>
                  </a:lnTo>
                  <a:lnTo>
                    <a:pt x="6525" y="11156"/>
                  </a:lnTo>
                  <a:lnTo>
                    <a:pt x="11124" y="6524"/>
                  </a:lnTo>
                  <a:lnTo>
                    <a:pt x="4600" y="1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54"/>
            <p:cNvSpPr/>
            <p:nvPr/>
          </p:nvSpPr>
          <p:spPr>
            <a:xfrm>
              <a:off x="7197960" y="2583237"/>
              <a:ext cx="135129" cy="135530"/>
            </a:xfrm>
            <a:custGeom>
              <a:avLst/>
              <a:gdLst/>
              <a:ahLst/>
              <a:cxnLst/>
              <a:rect l="l" t="t" r="r" b="b"/>
              <a:pathLst>
                <a:path w="11124" h="11157" extrusionOk="0">
                  <a:moveTo>
                    <a:pt x="4600" y="1"/>
                  </a:moveTo>
                  <a:lnTo>
                    <a:pt x="1" y="4633"/>
                  </a:lnTo>
                  <a:lnTo>
                    <a:pt x="6525" y="11157"/>
                  </a:lnTo>
                  <a:lnTo>
                    <a:pt x="11124" y="6525"/>
                  </a:lnTo>
                  <a:lnTo>
                    <a:pt x="4600" y="1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54"/>
            <p:cNvSpPr/>
            <p:nvPr/>
          </p:nvSpPr>
          <p:spPr>
            <a:xfrm>
              <a:off x="7316835" y="2464362"/>
              <a:ext cx="135129" cy="135530"/>
            </a:xfrm>
            <a:custGeom>
              <a:avLst/>
              <a:gdLst/>
              <a:ahLst/>
              <a:cxnLst/>
              <a:rect l="l" t="t" r="r" b="b"/>
              <a:pathLst>
                <a:path w="11124" h="11157" extrusionOk="0">
                  <a:moveTo>
                    <a:pt x="4600" y="1"/>
                  </a:moveTo>
                  <a:lnTo>
                    <a:pt x="1" y="4633"/>
                  </a:lnTo>
                  <a:lnTo>
                    <a:pt x="6525" y="11157"/>
                  </a:lnTo>
                  <a:lnTo>
                    <a:pt x="11124" y="6525"/>
                  </a:lnTo>
                  <a:lnTo>
                    <a:pt x="4600" y="1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54"/>
            <p:cNvSpPr/>
            <p:nvPr/>
          </p:nvSpPr>
          <p:spPr>
            <a:xfrm>
              <a:off x="7435711" y="2345487"/>
              <a:ext cx="135129" cy="135530"/>
            </a:xfrm>
            <a:custGeom>
              <a:avLst/>
              <a:gdLst/>
              <a:ahLst/>
              <a:cxnLst/>
              <a:rect l="l" t="t" r="r" b="b"/>
              <a:pathLst>
                <a:path w="11124" h="11157" extrusionOk="0">
                  <a:moveTo>
                    <a:pt x="4600" y="1"/>
                  </a:moveTo>
                  <a:lnTo>
                    <a:pt x="1" y="4633"/>
                  </a:lnTo>
                  <a:lnTo>
                    <a:pt x="6525" y="11157"/>
                  </a:lnTo>
                  <a:lnTo>
                    <a:pt x="11124" y="6525"/>
                  </a:lnTo>
                  <a:lnTo>
                    <a:pt x="4600" y="1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54"/>
            <p:cNvSpPr/>
            <p:nvPr/>
          </p:nvSpPr>
          <p:spPr>
            <a:xfrm>
              <a:off x="7554586" y="2226611"/>
              <a:ext cx="135129" cy="135530"/>
            </a:xfrm>
            <a:custGeom>
              <a:avLst/>
              <a:gdLst/>
              <a:ahLst/>
              <a:cxnLst/>
              <a:rect l="l" t="t" r="r" b="b"/>
              <a:pathLst>
                <a:path w="11124" h="11157" extrusionOk="0">
                  <a:moveTo>
                    <a:pt x="4600" y="1"/>
                  </a:moveTo>
                  <a:lnTo>
                    <a:pt x="1" y="4633"/>
                  </a:lnTo>
                  <a:lnTo>
                    <a:pt x="6524" y="11157"/>
                  </a:lnTo>
                  <a:lnTo>
                    <a:pt x="11124" y="6525"/>
                  </a:lnTo>
                  <a:lnTo>
                    <a:pt x="4600" y="1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54"/>
            <p:cNvSpPr/>
            <p:nvPr/>
          </p:nvSpPr>
          <p:spPr>
            <a:xfrm>
              <a:off x="6354340" y="3364249"/>
              <a:ext cx="79262" cy="7926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1B9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54"/>
            <p:cNvSpPr/>
            <p:nvPr/>
          </p:nvSpPr>
          <p:spPr>
            <a:xfrm>
              <a:off x="6512841" y="3364249"/>
              <a:ext cx="79262" cy="7926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1B9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54"/>
            <p:cNvSpPr/>
            <p:nvPr/>
          </p:nvSpPr>
          <p:spPr>
            <a:xfrm>
              <a:off x="6671342" y="3364249"/>
              <a:ext cx="79262" cy="79262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1B91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8" name="Google Shape;1368;p54"/>
          <p:cNvGrpSpPr/>
          <p:nvPr/>
        </p:nvGrpSpPr>
        <p:grpSpPr>
          <a:xfrm>
            <a:off x="2598300" y="1013625"/>
            <a:ext cx="95400" cy="3116250"/>
            <a:chOff x="4524300" y="1013625"/>
            <a:chExt cx="95400" cy="3116250"/>
          </a:xfrm>
        </p:grpSpPr>
        <p:sp>
          <p:nvSpPr>
            <p:cNvPr id="1369" name="Google Shape;1369;p54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54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54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54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54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54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5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Увод у алат West</a:t>
            </a:r>
            <a:endParaRPr/>
          </a:p>
        </p:txBody>
      </p:sp>
      <p:grpSp>
        <p:nvGrpSpPr>
          <p:cNvPr id="1395" name="Google Shape;1395;p55"/>
          <p:cNvGrpSpPr/>
          <p:nvPr/>
        </p:nvGrpSpPr>
        <p:grpSpPr>
          <a:xfrm rot="10800000" flipH="1">
            <a:off x="4739787" y="1036490"/>
            <a:ext cx="539885" cy="389750"/>
            <a:chOff x="-77" y="3784091"/>
            <a:chExt cx="1880477" cy="1357541"/>
          </a:xfrm>
        </p:grpSpPr>
        <p:sp>
          <p:nvSpPr>
            <p:cNvPr id="1396" name="Google Shape;1396;p55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55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55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A7E0A3A-2314-AB4D-FCA8-FE6D817EA059}"/>
              </a:ext>
            </a:extLst>
          </p:cNvPr>
          <p:cNvSpPr txBox="1"/>
          <p:nvPr/>
        </p:nvSpPr>
        <p:spPr>
          <a:xfrm>
            <a:off x="723568" y="1424463"/>
            <a:ext cx="7825153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err="1">
                <a:solidFill>
                  <a:schemeClr val="tx1"/>
                </a:solidFill>
              </a:rPr>
              <a:t>Званичан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алат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којег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развија</a:t>
            </a:r>
            <a:r>
              <a:rPr lang="en-US">
                <a:solidFill>
                  <a:schemeClr val="tx1"/>
                </a:solidFill>
              </a:rPr>
              <a:t> The Zephyr Project. </a:t>
            </a:r>
            <a:r>
              <a:rPr lang="en-US" err="1">
                <a:solidFill>
                  <a:schemeClr val="tx1"/>
                </a:solidFill>
              </a:rPr>
              <a:t>Обезбеђује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кораке</a:t>
            </a:r>
            <a:r>
              <a:rPr lang="en-US">
                <a:solidFill>
                  <a:schemeClr val="tx1"/>
                </a:solidFill>
              </a:rPr>
              <a:t> у </a:t>
            </a:r>
            <a:r>
              <a:rPr lang="en-US" err="1">
                <a:solidFill>
                  <a:schemeClr val="tx1"/>
                </a:solidFill>
              </a:rPr>
              <a:t>Зепхѕр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развоју</a:t>
            </a:r>
            <a:r>
              <a:rPr lang="en-US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Wingdings"/>
              <a:buChar char="Ø"/>
            </a:pPr>
            <a:r>
              <a:rPr lang="en-US">
                <a:solidFill>
                  <a:schemeClr val="tx1"/>
                </a:solidFill>
              </a:rPr>
              <a:t>Користи се за клонирање репозитирујума, комилацију и флешовање. Користи west.yml фајл да зна које репозиторијуме треба да клонира. Постоје пуно опција за овај алат. Две које су </a:t>
            </a:r>
            <a:r>
              <a:rPr lang="en-US" err="1">
                <a:solidFill>
                  <a:schemeClr val="tx1"/>
                </a:solidFill>
              </a:rPr>
              <a:t>коришћене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за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израду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овог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пројекта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су</a:t>
            </a:r>
            <a:r>
              <a:rPr lang="en-US">
                <a:solidFill>
                  <a:schemeClr val="tx1"/>
                </a:solidFill>
              </a:rPr>
              <a:t>:</a:t>
            </a:r>
          </a:p>
          <a:p>
            <a:pPr marL="285750" indent="-285750">
              <a:buFont typeface="Wingdings"/>
              <a:buChar char="Ø"/>
            </a:pPr>
            <a:r>
              <a:rPr lang="en-US">
                <a:solidFill>
                  <a:schemeClr val="tx1"/>
                </a:solidFill>
              </a:rPr>
              <a:t> build, команда за компилацију. Користи CMake I Ninja систем. CMake чита CMakeLists.txt фајл и идентификује која плоча и драјвери треба да се укључе. У овом кораку се учитава .dts фајл. Затим се позива Ninja систем који компајлира све C и ASM изворне фајлове. </a:t>
            </a:r>
            <a:r>
              <a:rPr lang="en-US" err="1">
                <a:solidFill>
                  <a:schemeClr val="tx1"/>
                </a:solidFill>
              </a:rPr>
              <a:t>Резултат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је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неколико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бинарних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фајлова</a:t>
            </a:r>
            <a:r>
              <a:rPr lang="en-US">
                <a:solidFill>
                  <a:schemeClr val="tx1"/>
                </a:solidFill>
              </a:rPr>
              <a:t>: .elf, .bin и .</a:t>
            </a:r>
            <a:r>
              <a:rPr lang="en-US" err="1">
                <a:solidFill>
                  <a:schemeClr val="tx1"/>
                </a:solidFill>
              </a:rPr>
              <a:t>dts</a:t>
            </a:r>
            <a:r>
              <a:rPr lang="en-US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Wingdings"/>
              <a:buChar char="Ø"/>
            </a:pPr>
            <a:r>
              <a:rPr lang="en-US">
                <a:solidFill>
                  <a:schemeClr val="tx1"/>
                </a:solidFill>
              </a:rPr>
              <a:t>flash, </a:t>
            </a:r>
            <a:r>
              <a:rPr lang="en-US" err="1">
                <a:solidFill>
                  <a:schemeClr val="tx1"/>
                </a:solidFill>
              </a:rPr>
              <a:t>команда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за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програмирање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микроконтролера</a:t>
            </a:r>
            <a:r>
              <a:rPr lang="en-US">
                <a:solidFill>
                  <a:schemeClr val="tx1"/>
                </a:solidFill>
              </a:rPr>
              <a:t>. </a:t>
            </a:r>
            <a:r>
              <a:rPr lang="en-US" err="1">
                <a:solidFill>
                  <a:schemeClr val="tx1"/>
                </a:solidFill>
              </a:rPr>
              <a:t>Узима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резултат</a:t>
            </a:r>
            <a:r>
              <a:rPr lang="en-US">
                <a:solidFill>
                  <a:schemeClr val="tx1"/>
                </a:solidFill>
              </a:rPr>
              <a:t> build </a:t>
            </a:r>
            <a:r>
              <a:rPr lang="en-US" err="1">
                <a:solidFill>
                  <a:schemeClr val="tx1"/>
                </a:solidFill>
              </a:rPr>
              <a:t>команде</a:t>
            </a:r>
            <a:r>
              <a:rPr lang="en-US">
                <a:solidFill>
                  <a:schemeClr val="tx1"/>
                </a:solidFill>
              </a:rPr>
              <a:t> и </a:t>
            </a:r>
            <a:r>
              <a:rPr lang="en-US" err="1">
                <a:solidFill>
                  <a:schemeClr val="tx1"/>
                </a:solidFill>
              </a:rPr>
              <a:t>уписује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га</a:t>
            </a:r>
            <a:r>
              <a:rPr lang="en-US">
                <a:solidFill>
                  <a:schemeClr val="tx1"/>
                </a:solidFill>
              </a:rPr>
              <a:t> у flash </a:t>
            </a:r>
            <a:r>
              <a:rPr lang="en-US" err="1">
                <a:solidFill>
                  <a:schemeClr val="tx1"/>
                </a:solidFill>
              </a:rPr>
              <a:t>меморијске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плоче</a:t>
            </a:r>
            <a:r>
              <a:rPr lang="en-US">
                <a:solidFill>
                  <a:schemeClr val="tx1"/>
                </a:solidFill>
              </a:rPr>
              <a:t>.</a:t>
            </a:r>
          </a:p>
          <a:p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58"/>
          <p:cNvSpPr txBox="1">
            <a:spLocks noGrp="1"/>
          </p:cNvSpPr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472" name="Google Shape;1472;p58"/>
          <p:cNvSpPr txBox="1">
            <a:spLocks noGrp="1"/>
          </p:cNvSpPr>
          <p:nvPr>
            <p:ph type="title" idx="2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Мрежна</a:t>
            </a:r>
            <a:r>
              <a:rPr lang="en"/>
              <a:t> </a:t>
            </a:r>
            <a:r>
              <a:rPr lang="en" err="1"/>
              <a:t>архитектура</a:t>
            </a:r>
            <a:endParaRPr err="1"/>
          </a:p>
        </p:txBody>
      </p:sp>
      <p:grpSp>
        <p:nvGrpSpPr>
          <p:cNvPr id="1473" name="Google Shape;1473;p58"/>
          <p:cNvGrpSpPr/>
          <p:nvPr/>
        </p:nvGrpSpPr>
        <p:grpSpPr>
          <a:xfrm>
            <a:off x="6293268" y="1146387"/>
            <a:ext cx="2850726" cy="2850726"/>
            <a:chOff x="1435250" y="482750"/>
            <a:chExt cx="4729925" cy="4729925"/>
          </a:xfrm>
        </p:grpSpPr>
        <p:sp>
          <p:nvSpPr>
            <p:cNvPr id="1474" name="Google Shape;1474;p58"/>
            <p:cNvSpPr/>
            <p:nvPr/>
          </p:nvSpPr>
          <p:spPr>
            <a:xfrm>
              <a:off x="1435250" y="2929250"/>
              <a:ext cx="3180475" cy="2283425"/>
            </a:xfrm>
            <a:custGeom>
              <a:avLst/>
              <a:gdLst/>
              <a:ahLst/>
              <a:cxnLst/>
              <a:rect l="l" t="t" r="r" b="b"/>
              <a:pathLst>
                <a:path w="127219" h="91337" extrusionOk="0">
                  <a:moveTo>
                    <a:pt x="19573" y="1"/>
                  </a:moveTo>
                  <a:cubicBezTo>
                    <a:pt x="8776" y="1"/>
                    <a:pt x="1" y="8775"/>
                    <a:pt x="1" y="19572"/>
                  </a:cubicBezTo>
                  <a:lnTo>
                    <a:pt x="1" y="91336"/>
                  </a:lnTo>
                  <a:lnTo>
                    <a:pt x="88075" y="91336"/>
                  </a:lnTo>
                  <a:lnTo>
                    <a:pt x="88075" y="29358"/>
                  </a:lnTo>
                  <a:lnTo>
                    <a:pt x="127218" y="68502"/>
                  </a:lnTo>
                  <a:lnTo>
                    <a:pt x="127218" y="35882"/>
                  </a:lnTo>
                  <a:lnTo>
                    <a:pt x="96132" y="4796"/>
                  </a:lnTo>
                  <a:cubicBezTo>
                    <a:pt x="93065" y="1729"/>
                    <a:pt x="88923" y="1"/>
                    <a:pt x="845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58"/>
            <p:cNvSpPr/>
            <p:nvPr/>
          </p:nvSpPr>
          <p:spPr>
            <a:xfrm>
              <a:off x="1484200" y="4046475"/>
              <a:ext cx="472200" cy="456100"/>
            </a:xfrm>
            <a:custGeom>
              <a:avLst/>
              <a:gdLst/>
              <a:ahLst/>
              <a:cxnLst/>
              <a:rect l="l" t="t" r="r" b="b"/>
              <a:pathLst>
                <a:path w="18888" h="18244" extrusionOk="0">
                  <a:moveTo>
                    <a:pt x="3601" y="1"/>
                  </a:moveTo>
                  <a:cubicBezTo>
                    <a:pt x="2765" y="1"/>
                    <a:pt x="1925" y="327"/>
                    <a:pt x="1272" y="979"/>
                  </a:cubicBezTo>
                  <a:cubicBezTo>
                    <a:pt x="0" y="2252"/>
                    <a:pt x="0" y="4307"/>
                    <a:pt x="1272" y="5579"/>
                  </a:cubicBezTo>
                  <a:lnTo>
                    <a:pt x="12983" y="17289"/>
                  </a:lnTo>
                  <a:cubicBezTo>
                    <a:pt x="13619" y="17925"/>
                    <a:pt x="14451" y="18243"/>
                    <a:pt x="15283" y="18243"/>
                  </a:cubicBezTo>
                  <a:cubicBezTo>
                    <a:pt x="16114" y="18243"/>
                    <a:pt x="16946" y="17925"/>
                    <a:pt x="17582" y="17289"/>
                  </a:cubicBezTo>
                  <a:cubicBezTo>
                    <a:pt x="18887" y="15985"/>
                    <a:pt x="18887" y="13929"/>
                    <a:pt x="17582" y="12657"/>
                  </a:cubicBezTo>
                  <a:lnTo>
                    <a:pt x="5904" y="979"/>
                  </a:lnTo>
                  <a:cubicBezTo>
                    <a:pt x="5268" y="327"/>
                    <a:pt x="4436" y="1"/>
                    <a:pt x="3601" y="1"/>
                  </a:cubicBezTo>
                  <a:close/>
                </a:path>
              </a:pathLst>
            </a:custGeom>
            <a:solidFill>
              <a:srgbClr val="A855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58"/>
            <p:cNvSpPr/>
            <p:nvPr/>
          </p:nvSpPr>
          <p:spPr>
            <a:xfrm>
              <a:off x="1891950" y="3557800"/>
              <a:ext cx="512950" cy="496250"/>
            </a:xfrm>
            <a:custGeom>
              <a:avLst/>
              <a:gdLst/>
              <a:ahLst/>
              <a:cxnLst/>
              <a:rect l="l" t="t" r="r" b="b"/>
              <a:pathLst>
                <a:path w="20518" h="19850" extrusionOk="0">
                  <a:moveTo>
                    <a:pt x="3601" y="0"/>
                  </a:moveTo>
                  <a:cubicBezTo>
                    <a:pt x="2765" y="0"/>
                    <a:pt x="1925" y="318"/>
                    <a:pt x="1272" y="954"/>
                  </a:cubicBezTo>
                  <a:cubicBezTo>
                    <a:pt x="0" y="2227"/>
                    <a:pt x="0" y="4282"/>
                    <a:pt x="1272" y="5554"/>
                  </a:cubicBezTo>
                  <a:lnTo>
                    <a:pt x="14614" y="18895"/>
                  </a:lnTo>
                  <a:cubicBezTo>
                    <a:pt x="15250" y="19531"/>
                    <a:pt x="16082" y="19850"/>
                    <a:pt x="16913" y="19850"/>
                  </a:cubicBezTo>
                  <a:cubicBezTo>
                    <a:pt x="17745" y="19850"/>
                    <a:pt x="18577" y="19531"/>
                    <a:pt x="19213" y="18895"/>
                  </a:cubicBezTo>
                  <a:cubicBezTo>
                    <a:pt x="20518" y="17591"/>
                    <a:pt x="20518" y="15536"/>
                    <a:pt x="19213" y="14263"/>
                  </a:cubicBezTo>
                  <a:lnTo>
                    <a:pt x="5904" y="954"/>
                  </a:lnTo>
                  <a:cubicBezTo>
                    <a:pt x="5268" y="318"/>
                    <a:pt x="4436" y="0"/>
                    <a:pt x="3601" y="0"/>
                  </a:cubicBezTo>
                  <a:close/>
                </a:path>
              </a:pathLst>
            </a:custGeom>
            <a:solidFill>
              <a:srgbClr val="A855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58"/>
            <p:cNvSpPr/>
            <p:nvPr/>
          </p:nvSpPr>
          <p:spPr>
            <a:xfrm>
              <a:off x="4615700" y="3663200"/>
              <a:ext cx="1549475" cy="1549475"/>
            </a:xfrm>
            <a:custGeom>
              <a:avLst/>
              <a:gdLst/>
              <a:ahLst/>
              <a:cxnLst/>
              <a:rect l="l" t="t" r="r" b="b"/>
              <a:pathLst>
                <a:path w="61979" h="61979" extrusionOk="0">
                  <a:moveTo>
                    <a:pt x="0" y="0"/>
                  </a:moveTo>
                  <a:lnTo>
                    <a:pt x="0" y="61978"/>
                  </a:lnTo>
                  <a:lnTo>
                    <a:pt x="61978" y="61978"/>
                  </a:lnTo>
                  <a:lnTo>
                    <a:pt x="619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58"/>
            <p:cNvSpPr/>
            <p:nvPr/>
          </p:nvSpPr>
          <p:spPr>
            <a:xfrm>
              <a:off x="3310900" y="4886450"/>
              <a:ext cx="1304825" cy="326225"/>
            </a:xfrm>
            <a:custGeom>
              <a:avLst/>
              <a:gdLst/>
              <a:ahLst/>
              <a:cxnLst/>
              <a:rect l="l" t="t" r="r" b="b"/>
              <a:pathLst>
                <a:path w="52193" h="13049" extrusionOk="0">
                  <a:moveTo>
                    <a:pt x="1" y="0"/>
                  </a:moveTo>
                  <a:lnTo>
                    <a:pt x="1" y="6524"/>
                  </a:lnTo>
                  <a:cubicBezTo>
                    <a:pt x="1" y="10112"/>
                    <a:pt x="2936" y="13048"/>
                    <a:pt x="6525" y="13048"/>
                  </a:cubicBezTo>
                  <a:lnTo>
                    <a:pt x="52192" y="13048"/>
                  </a:lnTo>
                  <a:lnTo>
                    <a:pt x="52192" y="0"/>
                  </a:lnTo>
                  <a:close/>
                </a:path>
              </a:pathLst>
            </a:custGeom>
            <a:solidFill>
              <a:srgbClr val="2B94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58"/>
            <p:cNvSpPr/>
            <p:nvPr/>
          </p:nvSpPr>
          <p:spPr>
            <a:xfrm>
              <a:off x="2413850" y="2684600"/>
              <a:ext cx="489325" cy="733550"/>
            </a:xfrm>
            <a:custGeom>
              <a:avLst/>
              <a:gdLst/>
              <a:ahLst/>
              <a:cxnLst/>
              <a:rect l="l" t="t" r="r" b="b"/>
              <a:pathLst>
                <a:path w="19573" h="29342" extrusionOk="0">
                  <a:moveTo>
                    <a:pt x="1" y="1"/>
                  </a:moveTo>
                  <a:lnTo>
                    <a:pt x="1" y="19573"/>
                  </a:lnTo>
                  <a:cubicBezTo>
                    <a:pt x="1" y="24335"/>
                    <a:pt x="3426" y="28412"/>
                    <a:pt x="8123" y="29195"/>
                  </a:cubicBezTo>
                  <a:cubicBezTo>
                    <a:pt x="8688" y="29293"/>
                    <a:pt x="9252" y="29341"/>
                    <a:pt x="9809" y="29341"/>
                  </a:cubicBezTo>
                  <a:cubicBezTo>
                    <a:pt x="13883" y="29341"/>
                    <a:pt x="17612" y="26795"/>
                    <a:pt x="19018" y="22834"/>
                  </a:cubicBezTo>
                  <a:cubicBezTo>
                    <a:pt x="19377" y="21791"/>
                    <a:pt x="19573" y="20682"/>
                    <a:pt x="19573" y="19573"/>
                  </a:cubicBezTo>
                  <a:lnTo>
                    <a:pt x="19573" y="1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58"/>
            <p:cNvSpPr/>
            <p:nvPr/>
          </p:nvSpPr>
          <p:spPr>
            <a:xfrm>
              <a:off x="2576950" y="2684600"/>
              <a:ext cx="326225" cy="570875"/>
            </a:xfrm>
            <a:custGeom>
              <a:avLst/>
              <a:gdLst/>
              <a:ahLst/>
              <a:cxnLst/>
              <a:rect l="l" t="t" r="r" b="b"/>
              <a:pathLst>
                <a:path w="13049" h="22835" extrusionOk="0">
                  <a:moveTo>
                    <a:pt x="1" y="1"/>
                  </a:moveTo>
                  <a:lnTo>
                    <a:pt x="1" y="13049"/>
                  </a:lnTo>
                  <a:cubicBezTo>
                    <a:pt x="1" y="18463"/>
                    <a:pt x="4372" y="22834"/>
                    <a:pt x="9787" y="22834"/>
                  </a:cubicBezTo>
                  <a:lnTo>
                    <a:pt x="12494" y="22834"/>
                  </a:lnTo>
                  <a:cubicBezTo>
                    <a:pt x="12853" y="21791"/>
                    <a:pt x="13049" y="20682"/>
                    <a:pt x="13049" y="19573"/>
                  </a:cubicBezTo>
                  <a:lnTo>
                    <a:pt x="13049" y="1"/>
                  </a:lnTo>
                  <a:close/>
                </a:path>
              </a:pathLst>
            </a:custGeom>
            <a:solidFill>
              <a:srgbClr val="D5A6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58"/>
            <p:cNvSpPr/>
            <p:nvPr/>
          </p:nvSpPr>
          <p:spPr>
            <a:xfrm>
              <a:off x="1924550" y="4030175"/>
              <a:ext cx="2691175" cy="856300"/>
            </a:xfrm>
            <a:custGeom>
              <a:avLst/>
              <a:gdLst/>
              <a:ahLst/>
              <a:cxnLst/>
              <a:rect l="l" t="t" r="r" b="b"/>
              <a:pathLst>
                <a:path w="107647" h="34252" extrusionOk="0">
                  <a:moveTo>
                    <a:pt x="17942" y="0"/>
                  </a:moveTo>
                  <a:lnTo>
                    <a:pt x="1" y="17941"/>
                  </a:lnTo>
                  <a:lnTo>
                    <a:pt x="8678" y="26618"/>
                  </a:lnTo>
                  <a:cubicBezTo>
                    <a:pt x="13571" y="31511"/>
                    <a:pt x="20193" y="34251"/>
                    <a:pt x="27108" y="34251"/>
                  </a:cubicBezTo>
                  <a:lnTo>
                    <a:pt x="75027" y="34251"/>
                  </a:lnTo>
                  <a:lnTo>
                    <a:pt x="88075" y="24465"/>
                  </a:lnTo>
                  <a:lnTo>
                    <a:pt x="99720" y="33207"/>
                  </a:lnTo>
                  <a:cubicBezTo>
                    <a:pt x="100633" y="33892"/>
                    <a:pt x="101742" y="34251"/>
                    <a:pt x="102851" y="34251"/>
                  </a:cubicBezTo>
                  <a:cubicBezTo>
                    <a:pt x="105494" y="34251"/>
                    <a:pt x="107646" y="32098"/>
                    <a:pt x="107646" y="29456"/>
                  </a:cubicBezTo>
                  <a:cubicBezTo>
                    <a:pt x="107646" y="28347"/>
                    <a:pt x="107255" y="27271"/>
                    <a:pt x="106537" y="26390"/>
                  </a:cubicBezTo>
                  <a:lnTo>
                    <a:pt x="95512" y="13146"/>
                  </a:lnTo>
                  <a:cubicBezTo>
                    <a:pt x="92870" y="9982"/>
                    <a:pt x="88955" y="8155"/>
                    <a:pt x="84845" y="8155"/>
                  </a:cubicBezTo>
                  <a:cubicBezTo>
                    <a:pt x="82660" y="8155"/>
                    <a:pt x="80539" y="8645"/>
                    <a:pt x="78615" y="9623"/>
                  </a:cubicBezTo>
                  <a:lnTo>
                    <a:pt x="68503" y="14679"/>
                  </a:lnTo>
                  <a:lnTo>
                    <a:pt x="32621" y="14679"/>
                  </a:lnTo>
                  <a:lnTo>
                    <a:pt x="17942" y="0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58"/>
            <p:cNvSpPr/>
            <p:nvPr/>
          </p:nvSpPr>
          <p:spPr>
            <a:xfrm>
              <a:off x="3963300" y="3581650"/>
              <a:ext cx="652425" cy="1060175"/>
            </a:xfrm>
            <a:custGeom>
              <a:avLst/>
              <a:gdLst/>
              <a:ahLst/>
              <a:cxnLst/>
              <a:rect l="l" t="t" r="r" b="b"/>
              <a:pathLst>
                <a:path w="26097" h="42407" extrusionOk="0">
                  <a:moveTo>
                    <a:pt x="16310" y="0"/>
                  </a:moveTo>
                  <a:lnTo>
                    <a:pt x="1" y="16310"/>
                  </a:lnTo>
                  <a:lnTo>
                    <a:pt x="26096" y="42406"/>
                  </a:lnTo>
                  <a:lnTo>
                    <a:pt x="26096" y="9786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58"/>
            <p:cNvSpPr/>
            <p:nvPr/>
          </p:nvSpPr>
          <p:spPr>
            <a:xfrm>
              <a:off x="5186550" y="4152500"/>
              <a:ext cx="489325" cy="489325"/>
            </a:xfrm>
            <a:custGeom>
              <a:avLst/>
              <a:gdLst/>
              <a:ahLst/>
              <a:cxnLst/>
              <a:rect l="l" t="t" r="r" b="b"/>
              <a:pathLst>
                <a:path w="19573" h="19573" extrusionOk="0">
                  <a:moveTo>
                    <a:pt x="9786" y="0"/>
                  </a:moveTo>
                  <a:cubicBezTo>
                    <a:pt x="4371" y="0"/>
                    <a:pt x="0" y="4371"/>
                    <a:pt x="0" y="9786"/>
                  </a:cubicBezTo>
                  <a:cubicBezTo>
                    <a:pt x="0" y="15201"/>
                    <a:pt x="4371" y="19572"/>
                    <a:pt x="9786" y="19572"/>
                  </a:cubicBezTo>
                  <a:cubicBezTo>
                    <a:pt x="15201" y="19572"/>
                    <a:pt x="19572" y="15201"/>
                    <a:pt x="19572" y="9786"/>
                  </a:cubicBezTo>
                  <a:cubicBezTo>
                    <a:pt x="19572" y="4371"/>
                    <a:pt x="15201" y="0"/>
                    <a:pt x="9786" y="0"/>
                  </a:cubicBezTo>
                  <a:close/>
                </a:path>
              </a:pathLst>
            </a:custGeom>
            <a:solidFill>
              <a:srgbClr val="2B94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58"/>
            <p:cNvSpPr/>
            <p:nvPr/>
          </p:nvSpPr>
          <p:spPr>
            <a:xfrm>
              <a:off x="3555550" y="482750"/>
              <a:ext cx="2609625" cy="2772725"/>
            </a:xfrm>
            <a:custGeom>
              <a:avLst/>
              <a:gdLst/>
              <a:ahLst/>
              <a:cxnLst/>
              <a:rect l="l" t="t" r="r" b="b"/>
              <a:pathLst>
                <a:path w="104385" h="110909" extrusionOk="0">
                  <a:moveTo>
                    <a:pt x="6525" y="1"/>
                  </a:moveTo>
                  <a:cubicBezTo>
                    <a:pt x="2936" y="1"/>
                    <a:pt x="1" y="2937"/>
                    <a:pt x="1" y="6525"/>
                  </a:cubicBezTo>
                  <a:lnTo>
                    <a:pt x="1" y="88075"/>
                  </a:lnTo>
                  <a:cubicBezTo>
                    <a:pt x="1" y="91663"/>
                    <a:pt x="2936" y="94599"/>
                    <a:pt x="6525" y="94599"/>
                  </a:cubicBezTo>
                  <a:lnTo>
                    <a:pt x="48930" y="94599"/>
                  </a:lnTo>
                  <a:lnTo>
                    <a:pt x="71764" y="110908"/>
                  </a:lnTo>
                  <a:lnTo>
                    <a:pt x="71764" y="94599"/>
                  </a:lnTo>
                  <a:lnTo>
                    <a:pt x="97860" y="94599"/>
                  </a:lnTo>
                  <a:cubicBezTo>
                    <a:pt x="101448" y="94599"/>
                    <a:pt x="104384" y="91663"/>
                    <a:pt x="104384" y="88075"/>
                  </a:cubicBezTo>
                  <a:lnTo>
                    <a:pt x="104384" y="6525"/>
                  </a:lnTo>
                  <a:cubicBezTo>
                    <a:pt x="104384" y="2937"/>
                    <a:pt x="101448" y="1"/>
                    <a:pt x="978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58"/>
            <p:cNvSpPr/>
            <p:nvPr/>
          </p:nvSpPr>
          <p:spPr>
            <a:xfrm>
              <a:off x="3881750" y="10536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58"/>
            <p:cNvSpPr/>
            <p:nvPr/>
          </p:nvSpPr>
          <p:spPr>
            <a:xfrm>
              <a:off x="4289500" y="1053600"/>
              <a:ext cx="489325" cy="163125"/>
            </a:xfrm>
            <a:custGeom>
              <a:avLst/>
              <a:gdLst/>
              <a:ahLst/>
              <a:cxnLst/>
              <a:rect l="l" t="t" r="r" b="b"/>
              <a:pathLst>
                <a:path w="19573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19572" y="6525"/>
                  </a:lnTo>
                  <a:lnTo>
                    <a:pt x="19572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58"/>
            <p:cNvSpPr/>
            <p:nvPr/>
          </p:nvSpPr>
          <p:spPr>
            <a:xfrm>
              <a:off x="4941900" y="10536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6524" y="6525"/>
                  </a:lnTo>
                  <a:lnTo>
                    <a:pt x="6524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58"/>
            <p:cNvSpPr/>
            <p:nvPr/>
          </p:nvSpPr>
          <p:spPr>
            <a:xfrm>
              <a:off x="3881750" y="13798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58"/>
            <p:cNvSpPr/>
            <p:nvPr/>
          </p:nvSpPr>
          <p:spPr>
            <a:xfrm>
              <a:off x="4289500" y="1379800"/>
              <a:ext cx="244675" cy="163125"/>
            </a:xfrm>
            <a:custGeom>
              <a:avLst/>
              <a:gdLst/>
              <a:ahLst/>
              <a:cxnLst/>
              <a:rect l="l" t="t" r="r" b="b"/>
              <a:pathLst>
                <a:path w="9787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9786" y="6525"/>
                  </a:lnTo>
                  <a:lnTo>
                    <a:pt x="9786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58"/>
            <p:cNvSpPr/>
            <p:nvPr/>
          </p:nvSpPr>
          <p:spPr>
            <a:xfrm>
              <a:off x="4697250" y="1379800"/>
              <a:ext cx="897075" cy="163125"/>
            </a:xfrm>
            <a:custGeom>
              <a:avLst/>
              <a:gdLst/>
              <a:ahLst/>
              <a:cxnLst/>
              <a:rect l="l" t="t" r="r" b="b"/>
              <a:pathLst>
                <a:path w="35883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35882" y="6525"/>
                  </a:lnTo>
                  <a:lnTo>
                    <a:pt x="35882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58"/>
            <p:cNvSpPr/>
            <p:nvPr/>
          </p:nvSpPr>
          <p:spPr>
            <a:xfrm>
              <a:off x="3881750" y="17060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58"/>
            <p:cNvSpPr/>
            <p:nvPr/>
          </p:nvSpPr>
          <p:spPr>
            <a:xfrm>
              <a:off x="4289500" y="1706000"/>
              <a:ext cx="652425" cy="163125"/>
            </a:xfrm>
            <a:custGeom>
              <a:avLst/>
              <a:gdLst/>
              <a:ahLst/>
              <a:cxnLst/>
              <a:rect l="l" t="t" r="r" b="b"/>
              <a:pathLst>
                <a:path w="26097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26096" y="6525"/>
                  </a:lnTo>
                  <a:lnTo>
                    <a:pt x="26096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58"/>
            <p:cNvSpPr/>
            <p:nvPr/>
          </p:nvSpPr>
          <p:spPr>
            <a:xfrm>
              <a:off x="5105000" y="17060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6524" y="6525"/>
                  </a:lnTo>
                  <a:lnTo>
                    <a:pt x="6524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58"/>
            <p:cNvSpPr/>
            <p:nvPr/>
          </p:nvSpPr>
          <p:spPr>
            <a:xfrm>
              <a:off x="3881750" y="20322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58"/>
            <p:cNvSpPr/>
            <p:nvPr/>
          </p:nvSpPr>
          <p:spPr>
            <a:xfrm>
              <a:off x="4289500" y="2032200"/>
              <a:ext cx="1141725" cy="163125"/>
            </a:xfrm>
            <a:custGeom>
              <a:avLst/>
              <a:gdLst/>
              <a:ahLst/>
              <a:cxnLst/>
              <a:rect l="l" t="t" r="r" b="b"/>
              <a:pathLst>
                <a:path w="45669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45668" y="6525"/>
                  </a:lnTo>
                  <a:lnTo>
                    <a:pt x="45668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58"/>
            <p:cNvSpPr/>
            <p:nvPr/>
          </p:nvSpPr>
          <p:spPr>
            <a:xfrm>
              <a:off x="5594300" y="20322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6524" y="6525"/>
                  </a:lnTo>
                  <a:lnTo>
                    <a:pt x="6524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58"/>
            <p:cNvSpPr/>
            <p:nvPr/>
          </p:nvSpPr>
          <p:spPr>
            <a:xfrm>
              <a:off x="3881750" y="23584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58"/>
            <p:cNvSpPr/>
            <p:nvPr/>
          </p:nvSpPr>
          <p:spPr>
            <a:xfrm>
              <a:off x="4289500" y="2358400"/>
              <a:ext cx="733975" cy="163125"/>
            </a:xfrm>
            <a:custGeom>
              <a:avLst/>
              <a:gdLst/>
              <a:ahLst/>
              <a:cxnLst/>
              <a:rect l="l" t="t" r="r" b="b"/>
              <a:pathLst>
                <a:path w="29359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29358" y="6525"/>
                  </a:lnTo>
                  <a:lnTo>
                    <a:pt x="29358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58"/>
            <p:cNvSpPr/>
            <p:nvPr/>
          </p:nvSpPr>
          <p:spPr>
            <a:xfrm>
              <a:off x="5186550" y="235840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0" y="1"/>
                  </a:moveTo>
                  <a:lnTo>
                    <a:pt x="0" y="6525"/>
                  </a:lnTo>
                  <a:lnTo>
                    <a:pt x="6524" y="6525"/>
                  </a:lnTo>
                  <a:lnTo>
                    <a:pt x="6524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58"/>
            <p:cNvSpPr/>
            <p:nvPr/>
          </p:nvSpPr>
          <p:spPr>
            <a:xfrm>
              <a:off x="2413850" y="2358400"/>
              <a:ext cx="652425" cy="733975"/>
            </a:xfrm>
            <a:custGeom>
              <a:avLst/>
              <a:gdLst/>
              <a:ahLst/>
              <a:cxnLst/>
              <a:rect l="l" t="t" r="r" b="b"/>
              <a:pathLst>
                <a:path w="26097" h="29359" extrusionOk="0">
                  <a:moveTo>
                    <a:pt x="9787" y="1"/>
                  </a:moveTo>
                  <a:lnTo>
                    <a:pt x="1" y="9787"/>
                  </a:lnTo>
                  <a:lnTo>
                    <a:pt x="1" y="16311"/>
                  </a:lnTo>
                  <a:cubicBezTo>
                    <a:pt x="1" y="23520"/>
                    <a:pt x="5840" y="29359"/>
                    <a:pt x="13049" y="29359"/>
                  </a:cubicBezTo>
                  <a:cubicBezTo>
                    <a:pt x="20258" y="29359"/>
                    <a:pt x="26097" y="23520"/>
                    <a:pt x="26097" y="16311"/>
                  </a:cubicBezTo>
                  <a:lnTo>
                    <a:pt x="26097" y="1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58"/>
            <p:cNvSpPr/>
            <p:nvPr/>
          </p:nvSpPr>
          <p:spPr>
            <a:xfrm>
              <a:off x="2413850" y="2032200"/>
              <a:ext cx="815525" cy="570875"/>
            </a:xfrm>
            <a:custGeom>
              <a:avLst/>
              <a:gdLst/>
              <a:ahLst/>
              <a:cxnLst/>
              <a:rect l="l" t="t" r="r" b="b"/>
              <a:pathLst>
                <a:path w="32621" h="22835" extrusionOk="0">
                  <a:moveTo>
                    <a:pt x="13049" y="1"/>
                  </a:moveTo>
                  <a:cubicBezTo>
                    <a:pt x="5840" y="1"/>
                    <a:pt x="1" y="5840"/>
                    <a:pt x="1" y="13049"/>
                  </a:cubicBezTo>
                  <a:lnTo>
                    <a:pt x="1" y="22835"/>
                  </a:lnTo>
                  <a:lnTo>
                    <a:pt x="9787" y="13049"/>
                  </a:lnTo>
                  <a:lnTo>
                    <a:pt x="26097" y="13049"/>
                  </a:lnTo>
                  <a:lnTo>
                    <a:pt x="29293" y="11450"/>
                  </a:lnTo>
                  <a:cubicBezTo>
                    <a:pt x="31316" y="10439"/>
                    <a:pt x="32621" y="8351"/>
                    <a:pt x="32621" y="6035"/>
                  </a:cubicBezTo>
                  <a:cubicBezTo>
                    <a:pt x="32621" y="2708"/>
                    <a:pt x="29913" y="1"/>
                    <a:pt x="26586" y="1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58"/>
            <p:cNvSpPr/>
            <p:nvPr/>
          </p:nvSpPr>
          <p:spPr>
            <a:xfrm>
              <a:off x="3718650" y="64585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3263" y="1"/>
                  </a:moveTo>
                  <a:cubicBezTo>
                    <a:pt x="1468" y="1"/>
                    <a:pt x="1" y="1469"/>
                    <a:pt x="1" y="3263"/>
                  </a:cubicBezTo>
                  <a:cubicBezTo>
                    <a:pt x="1" y="5057"/>
                    <a:pt x="1468" y="6525"/>
                    <a:pt x="3263" y="6525"/>
                  </a:cubicBezTo>
                  <a:cubicBezTo>
                    <a:pt x="5057" y="6525"/>
                    <a:pt x="6525" y="5057"/>
                    <a:pt x="6525" y="3263"/>
                  </a:cubicBezTo>
                  <a:cubicBezTo>
                    <a:pt x="6525" y="1469"/>
                    <a:pt x="5057" y="1"/>
                    <a:pt x="3263" y="1"/>
                  </a:cubicBezTo>
                  <a:close/>
                </a:path>
              </a:pathLst>
            </a:custGeom>
            <a:solidFill>
              <a:srgbClr val="1982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58"/>
            <p:cNvSpPr/>
            <p:nvPr/>
          </p:nvSpPr>
          <p:spPr>
            <a:xfrm>
              <a:off x="3963300" y="64585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3263" y="1"/>
                  </a:moveTo>
                  <a:cubicBezTo>
                    <a:pt x="1468" y="1"/>
                    <a:pt x="1" y="1469"/>
                    <a:pt x="1" y="3263"/>
                  </a:cubicBezTo>
                  <a:cubicBezTo>
                    <a:pt x="1" y="5057"/>
                    <a:pt x="1468" y="6525"/>
                    <a:pt x="3263" y="6525"/>
                  </a:cubicBezTo>
                  <a:cubicBezTo>
                    <a:pt x="5057" y="6525"/>
                    <a:pt x="6525" y="5057"/>
                    <a:pt x="6525" y="3263"/>
                  </a:cubicBezTo>
                  <a:cubicBezTo>
                    <a:pt x="6525" y="1469"/>
                    <a:pt x="5057" y="1"/>
                    <a:pt x="3263" y="1"/>
                  </a:cubicBezTo>
                  <a:close/>
                </a:path>
              </a:pathLst>
            </a:custGeom>
            <a:solidFill>
              <a:srgbClr val="22A2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58"/>
            <p:cNvSpPr/>
            <p:nvPr/>
          </p:nvSpPr>
          <p:spPr>
            <a:xfrm>
              <a:off x="4207950" y="645850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3262" y="1"/>
                  </a:moveTo>
                  <a:cubicBezTo>
                    <a:pt x="1468" y="1"/>
                    <a:pt x="1" y="1469"/>
                    <a:pt x="1" y="3263"/>
                  </a:cubicBezTo>
                  <a:cubicBezTo>
                    <a:pt x="1" y="5057"/>
                    <a:pt x="1468" y="6525"/>
                    <a:pt x="3262" y="6525"/>
                  </a:cubicBezTo>
                  <a:cubicBezTo>
                    <a:pt x="5057" y="6525"/>
                    <a:pt x="6524" y="5057"/>
                    <a:pt x="6524" y="3263"/>
                  </a:cubicBezTo>
                  <a:cubicBezTo>
                    <a:pt x="6524" y="1469"/>
                    <a:pt x="5057" y="1"/>
                    <a:pt x="3262" y="1"/>
                  </a:cubicBezTo>
                  <a:close/>
                </a:path>
              </a:pathLst>
            </a:custGeom>
            <a:solidFill>
              <a:srgbClr val="76A5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5" name="Google Shape;1505;p58"/>
          <p:cNvGrpSpPr/>
          <p:nvPr/>
        </p:nvGrpSpPr>
        <p:grpSpPr>
          <a:xfrm>
            <a:off x="2598300" y="1013625"/>
            <a:ext cx="95400" cy="3116250"/>
            <a:chOff x="4524300" y="1013625"/>
            <a:chExt cx="95400" cy="3116250"/>
          </a:xfrm>
        </p:grpSpPr>
        <p:sp>
          <p:nvSpPr>
            <p:cNvPr id="1506" name="Google Shape;1506;p58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58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58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58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58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58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5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Мрежна</a:t>
            </a:r>
            <a:r>
              <a:rPr lang="en"/>
              <a:t> </a:t>
            </a:r>
            <a:r>
              <a:rPr lang="en" err="1"/>
              <a:t>архитектуре</a:t>
            </a:r>
            <a:endParaRPr err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9CA0FA-FA4A-5127-0737-75B2DE1D8E35}"/>
              </a:ext>
            </a:extLst>
          </p:cNvPr>
          <p:cNvSpPr txBox="1"/>
          <p:nvPr/>
        </p:nvSpPr>
        <p:spPr>
          <a:xfrm>
            <a:off x="849923" y="1333500"/>
            <a:ext cx="7400192" cy="2893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err="1">
                <a:solidFill>
                  <a:schemeClr val="tx1"/>
                </a:solidFill>
              </a:rPr>
              <a:t>Мрежна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архитектура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је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организована</a:t>
            </a:r>
            <a:r>
              <a:rPr lang="en-US">
                <a:solidFill>
                  <a:schemeClr val="tx1"/>
                </a:solidFill>
              </a:rPr>
              <a:t> у </a:t>
            </a:r>
            <a:r>
              <a:rPr lang="en-US" err="1">
                <a:solidFill>
                  <a:schemeClr val="tx1"/>
                </a:solidFill>
              </a:rPr>
              <a:t>више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слојева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где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сваки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слој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има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јасну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улогу</a:t>
            </a:r>
            <a:r>
              <a:rPr lang="en-US">
                <a:solidFill>
                  <a:schemeClr val="tx1"/>
                </a:solidFill>
              </a:rPr>
              <a:t>. </a:t>
            </a:r>
          </a:p>
          <a:p>
            <a:pPr marL="285750" indent="-285750">
              <a:buChar char="•"/>
            </a:pPr>
            <a:r>
              <a:rPr lang="en-US" err="1">
                <a:solidFill>
                  <a:schemeClr val="tx1"/>
                </a:solidFill>
              </a:rPr>
              <a:t>Мрежна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аликација</a:t>
            </a:r>
            <a:r>
              <a:rPr lang="en-US">
                <a:solidFill>
                  <a:schemeClr val="tx1"/>
                </a:solidFill>
              </a:rPr>
              <a:t>: </a:t>
            </a:r>
            <a:r>
              <a:rPr lang="en-US" err="1">
                <a:solidFill>
                  <a:schemeClr val="tx1"/>
                </a:solidFill>
              </a:rPr>
              <a:t>Ово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је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део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кода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који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програмер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пише</a:t>
            </a:r>
            <a:r>
              <a:rPr lang="en-US">
                <a:solidFill>
                  <a:schemeClr val="tx1"/>
                </a:solidFill>
              </a:rPr>
              <a:t>. </a:t>
            </a:r>
            <a:r>
              <a:rPr lang="en-US" err="1">
                <a:solidFill>
                  <a:schemeClr val="tx1"/>
                </a:solidFill>
              </a:rPr>
              <a:t>Апликација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може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да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користи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следеће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протоколе</a:t>
            </a:r>
            <a:r>
              <a:rPr lang="en-US">
                <a:solidFill>
                  <a:schemeClr val="tx1"/>
                </a:solidFill>
              </a:rPr>
              <a:t>: MQTT, CoAP, LwM2M </a:t>
            </a:r>
            <a:r>
              <a:rPr lang="en-US" err="1">
                <a:solidFill>
                  <a:schemeClr val="tx1"/>
                </a:solidFill>
              </a:rPr>
              <a:t>или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директно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да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користи</a:t>
            </a:r>
            <a:r>
              <a:rPr lang="en-US">
                <a:solidFill>
                  <a:schemeClr val="tx1"/>
                </a:solidFill>
              </a:rPr>
              <a:t> BSD socket API. </a:t>
            </a:r>
          </a:p>
          <a:p>
            <a:pPr marL="285750" indent="-285750">
              <a:buChar char="•"/>
            </a:pPr>
            <a:r>
              <a:rPr lang="en-US" err="1">
                <a:solidFill>
                  <a:schemeClr val="tx1"/>
                </a:solidFill>
              </a:rPr>
              <a:t>Мрежни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протоколи</a:t>
            </a:r>
            <a:r>
              <a:rPr lang="en-US">
                <a:solidFill>
                  <a:schemeClr val="tx1"/>
                </a:solidFill>
              </a:rPr>
              <a:t>: </a:t>
            </a:r>
            <a:r>
              <a:rPr lang="en-US" err="1">
                <a:solidFill>
                  <a:schemeClr val="tx1"/>
                </a:solidFill>
              </a:rPr>
              <a:t>Овај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слој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дефинише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како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подаци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пакују</a:t>
            </a:r>
            <a:r>
              <a:rPr lang="en-US">
                <a:solidFill>
                  <a:schemeClr val="tx1"/>
                </a:solidFill>
              </a:rPr>
              <a:t> и </a:t>
            </a:r>
            <a:r>
              <a:rPr lang="en-US" err="1">
                <a:solidFill>
                  <a:schemeClr val="tx1"/>
                </a:solidFill>
              </a:rPr>
              <a:t>преносе</a:t>
            </a:r>
            <a:r>
              <a:rPr lang="en-US">
                <a:solidFill>
                  <a:schemeClr val="tx1"/>
                </a:solidFill>
              </a:rPr>
              <a:t>. </a:t>
            </a:r>
            <a:r>
              <a:rPr lang="en-US" err="1">
                <a:solidFill>
                  <a:schemeClr val="tx1"/>
                </a:solidFill>
              </a:rPr>
              <a:t>Ови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протоколи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укључују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апликационе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протоколе</a:t>
            </a:r>
            <a:r>
              <a:rPr lang="en-US">
                <a:solidFill>
                  <a:schemeClr val="tx1"/>
                </a:solidFill>
              </a:rPr>
              <a:t> и </a:t>
            </a:r>
            <a:r>
              <a:rPr lang="en-US" err="1">
                <a:solidFill>
                  <a:schemeClr val="tx1"/>
                </a:solidFill>
              </a:rPr>
              <a:t>основне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мрежне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протоколе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као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што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су</a:t>
            </a:r>
            <a:r>
              <a:rPr lang="en-US">
                <a:solidFill>
                  <a:schemeClr val="tx1"/>
                </a:solidFill>
              </a:rPr>
              <a:t>: IPv4, IPv6, TCP, UDP и ICMP.</a:t>
            </a:r>
          </a:p>
          <a:p>
            <a:pPr marL="285750" indent="-285750">
              <a:buChar char="•"/>
            </a:pPr>
            <a:r>
              <a:rPr lang="en-US" err="1">
                <a:solidFill>
                  <a:schemeClr val="tx1"/>
                </a:solidFill>
              </a:rPr>
              <a:t>Апстракција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мрежних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интерфејса</a:t>
            </a:r>
            <a:r>
              <a:rPr lang="en-US">
                <a:solidFill>
                  <a:schemeClr val="tx1"/>
                </a:solidFill>
              </a:rPr>
              <a:t>: </a:t>
            </a:r>
            <a:r>
              <a:rPr lang="en-US" err="1">
                <a:solidFill>
                  <a:schemeClr val="tx1"/>
                </a:solidFill>
              </a:rPr>
              <a:t>Пружа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заједнички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интерфејс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за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све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типове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мрежних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конекција</a:t>
            </a:r>
            <a:r>
              <a:rPr lang="en-US">
                <a:solidFill>
                  <a:schemeClr val="tx1"/>
                </a:solidFill>
              </a:rPr>
              <a:t>.</a:t>
            </a:r>
          </a:p>
          <a:p>
            <a:pPr marL="285750" indent="-285750">
              <a:buChar char="•"/>
            </a:pPr>
            <a:r>
              <a:rPr lang="en-US">
                <a:solidFill>
                  <a:schemeClr val="tx1"/>
                </a:solidFill>
              </a:rPr>
              <a:t>Л2 </a:t>
            </a:r>
            <a:r>
              <a:rPr lang="en-US" err="1">
                <a:solidFill>
                  <a:schemeClr val="tx1"/>
                </a:solidFill>
              </a:rPr>
              <a:t>технологије</a:t>
            </a:r>
            <a:r>
              <a:rPr lang="en-US">
                <a:solidFill>
                  <a:schemeClr val="tx1"/>
                </a:solidFill>
              </a:rPr>
              <a:t>: </a:t>
            </a:r>
            <a:r>
              <a:rPr lang="en-US" err="1">
                <a:solidFill>
                  <a:schemeClr val="tx1"/>
                </a:solidFill>
              </a:rPr>
              <a:t>Слој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који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комуницира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директно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хардвером</a:t>
            </a:r>
            <a:r>
              <a:rPr lang="en-US">
                <a:solidFill>
                  <a:schemeClr val="tx1"/>
                </a:solidFill>
              </a:rPr>
              <a:t> и </a:t>
            </a:r>
            <a:r>
              <a:rPr lang="en-US" err="1">
                <a:solidFill>
                  <a:schemeClr val="tx1"/>
                </a:solidFill>
              </a:rPr>
              <a:t>одговоран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је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за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слање</a:t>
            </a:r>
            <a:r>
              <a:rPr lang="en-US">
                <a:solidFill>
                  <a:schemeClr val="tx1"/>
                </a:solidFill>
              </a:rPr>
              <a:t> и </a:t>
            </a:r>
            <a:r>
              <a:rPr lang="en-US" err="1">
                <a:solidFill>
                  <a:schemeClr val="tx1"/>
                </a:solidFill>
              </a:rPr>
              <a:t>примање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пакета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преко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физичких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медија</a:t>
            </a:r>
            <a:r>
              <a:rPr lang="en-US">
                <a:solidFill>
                  <a:schemeClr val="tx1"/>
                </a:solidFill>
              </a:rPr>
              <a:t>. </a:t>
            </a:r>
          </a:p>
          <a:p>
            <a:pPr marL="285750" indent="-285750">
              <a:buChar char="•"/>
            </a:pPr>
            <a:r>
              <a:rPr lang="en-US" err="1">
                <a:solidFill>
                  <a:schemeClr val="tx1"/>
                </a:solidFill>
              </a:rPr>
              <a:t>Драјвери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мрежних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уређаја</a:t>
            </a:r>
            <a:r>
              <a:rPr lang="en-US">
                <a:solidFill>
                  <a:schemeClr val="tx1"/>
                </a:solidFill>
              </a:rPr>
              <a:t>: </a:t>
            </a:r>
            <a:r>
              <a:rPr lang="en-US" err="1">
                <a:solidFill>
                  <a:schemeClr val="tx1"/>
                </a:solidFill>
              </a:rPr>
              <a:t>Драјвери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515">
          <a:extLst>
            <a:ext uri="{FF2B5EF4-FFF2-40B4-BE49-F238E27FC236}">
              <a16:creationId xmlns:a16="http://schemas.microsoft.com/office/drawing/2014/main" id="{FEE775AD-EBD2-A269-9B08-AF4F14D64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59">
            <a:extLst>
              <a:ext uri="{FF2B5EF4-FFF2-40B4-BE49-F238E27FC236}">
                <a16:creationId xmlns:a16="http://schemas.microsoft.com/office/drawing/2014/main" id="{72C21644-796F-2345-076E-8DFA33C640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Дијаграм</a:t>
            </a:r>
            <a:r>
              <a:rPr lang="en"/>
              <a:t> мрежне </a:t>
            </a:r>
            <a:r>
              <a:rPr lang="en" err="1"/>
              <a:t>архитектуре</a:t>
            </a:r>
            <a:endParaRPr err="1"/>
          </a:p>
        </p:txBody>
      </p:sp>
      <p:pic>
        <p:nvPicPr>
          <p:cNvPr id="4" name="Picture 3" descr="A screenshot of a computer application&#10;&#10;AI-generated content may be incorrect.">
            <a:extLst>
              <a:ext uri="{FF2B5EF4-FFF2-40B4-BE49-F238E27FC236}">
                <a16:creationId xmlns:a16="http://schemas.microsoft.com/office/drawing/2014/main" id="{30E20F97-4648-425A-41E0-ED68594C2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85" y="1193859"/>
            <a:ext cx="3099759" cy="3780168"/>
          </a:xfrm>
          <a:prstGeom prst="rect">
            <a:avLst/>
          </a:prstGeom>
        </p:spPr>
      </p:pic>
      <p:pic>
        <p:nvPicPr>
          <p:cNvPr id="5" name="Picture 4" descr="A screenshot of a computer network&#10;&#10;AI-generated content may be incorrect.">
            <a:extLst>
              <a:ext uri="{FF2B5EF4-FFF2-40B4-BE49-F238E27FC236}">
                <a16:creationId xmlns:a16="http://schemas.microsoft.com/office/drawing/2014/main" id="{5201FEA4-F868-998E-5A39-3FD654EDC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878" y="1475206"/>
            <a:ext cx="392430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826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515">
          <a:extLst>
            <a:ext uri="{FF2B5EF4-FFF2-40B4-BE49-F238E27FC236}">
              <a16:creationId xmlns:a16="http://schemas.microsoft.com/office/drawing/2014/main" id="{8166D03E-4C3F-3965-8C0F-F4DEC1245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59">
            <a:extLst>
              <a:ext uri="{FF2B5EF4-FFF2-40B4-BE49-F238E27FC236}">
                <a16:creationId xmlns:a16="http://schemas.microsoft.com/office/drawing/2014/main" id="{167032B8-4413-FAEA-1027-FE16449C3B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Слање</a:t>
            </a:r>
            <a:r>
              <a:rPr lang="en"/>
              <a:t> </a:t>
            </a:r>
            <a:r>
              <a:rPr lang="en" err="1"/>
              <a:t>података</a:t>
            </a:r>
            <a:r>
              <a:rPr lang="en"/>
              <a:t> UDP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DB0E8E-038F-86D7-6A60-DACB4951ECF3}"/>
              </a:ext>
            </a:extLst>
          </p:cNvPr>
          <p:cNvSpPr txBox="1"/>
          <p:nvPr/>
        </p:nvSpPr>
        <p:spPr>
          <a:xfrm>
            <a:off x="849923" y="1333500"/>
            <a:ext cx="7400192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err="1">
                <a:solidFill>
                  <a:schemeClr val="tx1"/>
                </a:solidFill>
              </a:rPr>
              <a:t>Аликација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шаље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податке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преко</a:t>
            </a:r>
            <a:r>
              <a:rPr lang="en-US">
                <a:solidFill>
                  <a:schemeClr val="tx1"/>
                </a:solidFill>
              </a:rPr>
              <a:t> BSD socket API-a  </a:t>
            </a:r>
            <a:r>
              <a:rPr lang="en-US" err="1">
                <a:solidFill>
                  <a:schemeClr val="tx1"/>
                </a:solidFill>
              </a:rPr>
              <a:t>који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представља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стандардни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интерфејс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за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мрежну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комуникацију</a:t>
            </a:r>
            <a:r>
              <a:rPr lang="en-US">
                <a:solidFill>
                  <a:schemeClr val="tx1"/>
                </a:solidFill>
              </a:rPr>
              <a:t>. </a:t>
            </a:r>
            <a:r>
              <a:rPr lang="en-US" err="1">
                <a:solidFill>
                  <a:schemeClr val="tx1"/>
                </a:solidFill>
              </a:rPr>
              <a:t>Омогућава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err="1">
                <a:solidFill>
                  <a:schemeClr val="tx1"/>
                </a:solidFill>
              </a:rPr>
              <a:t>да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отварају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конекције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шаљу</a:t>
            </a:r>
            <a:r>
              <a:rPr lang="en-US">
                <a:solidFill>
                  <a:schemeClr val="tx1"/>
                </a:solidFill>
              </a:rPr>
              <a:t> и </a:t>
            </a:r>
            <a:r>
              <a:rPr lang="en-US" err="1">
                <a:solidFill>
                  <a:schemeClr val="tx1"/>
                </a:solidFill>
              </a:rPr>
              <a:t>приме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подаци</a:t>
            </a:r>
            <a:r>
              <a:rPr lang="en-US">
                <a:solidFill>
                  <a:schemeClr val="tx1"/>
                </a:solidFill>
              </a:rPr>
              <a:t>. </a:t>
            </a:r>
          </a:p>
          <a:p>
            <a:pPr marL="342900" indent="-342900">
              <a:buAutoNum type="arabicPeriod"/>
            </a:pPr>
            <a:r>
              <a:rPr lang="en-US" err="1">
                <a:solidFill>
                  <a:schemeClr val="tx1"/>
                </a:solidFill>
              </a:rPr>
              <a:t>Када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слање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иницира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подаци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премеђтају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из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корисничког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простора</a:t>
            </a:r>
            <a:r>
              <a:rPr lang="en-US">
                <a:solidFill>
                  <a:schemeClr val="tx1"/>
                </a:solidFill>
              </a:rPr>
              <a:t> у </a:t>
            </a:r>
            <a:r>
              <a:rPr lang="en-US" err="1">
                <a:solidFill>
                  <a:schemeClr val="tx1"/>
                </a:solidFill>
              </a:rPr>
              <a:t>језгро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кернела</a:t>
            </a:r>
            <a:r>
              <a:rPr lang="en-US">
                <a:solidFill>
                  <a:schemeClr val="tx1"/>
                </a:solidFill>
              </a:rPr>
              <a:t> у </a:t>
            </a:r>
            <a:r>
              <a:rPr lang="en-US" err="1">
                <a:solidFill>
                  <a:schemeClr val="tx1"/>
                </a:solidFill>
              </a:rPr>
              <a:t>структуру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података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net_buf</a:t>
            </a:r>
            <a:r>
              <a:rPr lang="en-US">
                <a:solidFill>
                  <a:schemeClr val="tx1"/>
                </a:solidFill>
              </a:rPr>
              <a:t>. 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tx1"/>
                </a:solidFill>
              </a:rPr>
              <a:t>У </a:t>
            </a:r>
            <a:r>
              <a:rPr lang="en-US" err="1">
                <a:solidFill>
                  <a:schemeClr val="tx1"/>
                </a:solidFill>
              </a:rPr>
              <a:t>зависности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од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типа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сокета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додаје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одговарајућа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протоколска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заглавља</a:t>
            </a:r>
            <a:r>
              <a:rPr lang="en-US">
                <a:solidFill>
                  <a:schemeClr val="tx1"/>
                </a:solidFill>
              </a:rPr>
              <a:t>. </a:t>
            </a:r>
          </a:p>
          <a:p>
            <a:pPr marL="342900" indent="-342900">
              <a:buAutoNum type="arabicPeriod"/>
            </a:pPr>
            <a:r>
              <a:rPr lang="en-US" err="1">
                <a:solidFill>
                  <a:schemeClr val="tx1"/>
                </a:solidFill>
              </a:rPr>
              <a:t>Затим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мрежни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стек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проверава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да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ли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је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изабрани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мрежни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интерфејс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исправно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подешен</a:t>
            </a:r>
            <a:r>
              <a:rPr lang="en-US">
                <a:solidFill>
                  <a:schemeClr val="tx1"/>
                </a:solidFill>
              </a:rPr>
              <a:t> и </a:t>
            </a:r>
            <a:r>
              <a:rPr lang="en-US" err="1">
                <a:solidFill>
                  <a:schemeClr val="tx1"/>
                </a:solidFill>
              </a:rPr>
              <a:t>да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ли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је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активан</a:t>
            </a:r>
            <a:r>
              <a:rPr lang="en-US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US" err="1">
                <a:solidFill>
                  <a:schemeClr val="tx1"/>
                </a:solidFill>
              </a:rPr>
              <a:t>Пакет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смешта</a:t>
            </a:r>
            <a:r>
              <a:rPr lang="en-US">
                <a:solidFill>
                  <a:schemeClr val="tx1"/>
                </a:solidFill>
              </a:rPr>
              <a:t> у </a:t>
            </a:r>
            <a:r>
              <a:rPr lang="en-US" err="1">
                <a:solidFill>
                  <a:schemeClr val="tx1"/>
                </a:solidFill>
              </a:rPr>
              <a:t>ред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за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слање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према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приоритету</a:t>
            </a:r>
            <a:r>
              <a:rPr lang="en-US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tx1"/>
                </a:solidFill>
              </a:rPr>
              <a:t>Л2 </a:t>
            </a:r>
            <a:r>
              <a:rPr lang="en-US" err="1">
                <a:solidFill>
                  <a:schemeClr val="tx1"/>
                </a:solidFill>
              </a:rPr>
              <a:t>слој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додаје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своје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заглавље</a:t>
            </a:r>
            <a:r>
              <a:rPr lang="en-US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US" err="1">
                <a:solidFill>
                  <a:schemeClr val="tx1"/>
                </a:solidFill>
              </a:rPr>
              <a:t>Драјвер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шаље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пакет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преко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физичке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мреже</a:t>
            </a:r>
            <a:r>
              <a:rPr lang="en-US">
                <a:solidFill>
                  <a:schemeClr val="tx1"/>
                </a:solidFill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2971010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515">
          <a:extLst>
            <a:ext uri="{FF2B5EF4-FFF2-40B4-BE49-F238E27FC236}">
              <a16:creationId xmlns:a16="http://schemas.microsoft.com/office/drawing/2014/main" id="{9A7FDB4F-30C9-4057-FFFD-14D8366A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59">
            <a:extLst>
              <a:ext uri="{FF2B5EF4-FFF2-40B4-BE49-F238E27FC236}">
                <a16:creationId xmlns:a16="http://schemas.microsoft.com/office/drawing/2014/main" id="{E26E852A-64BA-6B62-B06D-B822B22B01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Слање</a:t>
            </a:r>
            <a:r>
              <a:rPr lang="en"/>
              <a:t> </a:t>
            </a:r>
            <a:r>
              <a:rPr lang="en" err="1"/>
              <a:t>података</a:t>
            </a:r>
            <a:r>
              <a:rPr lang="en"/>
              <a:t> UDP </a:t>
            </a:r>
            <a:r>
              <a:rPr lang="en" err="1"/>
              <a:t>дијаграм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F84404-670D-FAB1-AEFC-B9CA56311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91" y="1284617"/>
            <a:ext cx="4065019" cy="3318295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B696C90-C4E9-B92B-BD29-E3C30E4F6F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1141" y="1746939"/>
            <a:ext cx="4619625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9539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515">
          <a:extLst>
            <a:ext uri="{FF2B5EF4-FFF2-40B4-BE49-F238E27FC236}">
              <a16:creationId xmlns:a16="http://schemas.microsoft.com/office/drawing/2014/main" id="{20DCAC47-AC82-BBD0-F4B7-2C07D9061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59">
            <a:extLst>
              <a:ext uri="{FF2B5EF4-FFF2-40B4-BE49-F238E27FC236}">
                <a16:creationId xmlns:a16="http://schemas.microsoft.com/office/drawing/2014/main" id="{19BBC3BB-565F-46A8-EC61-BE7958B037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Примање</a:t>
            </a:r>
            <a:r>
              <a:rPr lang="en"/>
              <a:t> </a:t>
            </a:r>
            <a:r>
              <a:rPr lang="en" err="1"/>
              <a:t>података</a:t>
            </a:r>
            <a:r>
              <a:rPr lang="en"/>
              <a:t> UDP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7A402F-DB4D-A5DE-2996-E29F06BF1298}"/>
              </a:ext>
            </a:extLst>
          </p:cNvPr>
          <p:cNvSpPr txBox="1"/>
          <p:nvPr/>
        </p:nvSpPr>
        <p:spPr>
          <a:xfrm>
            <a:off x="849923" y="1406769"/>
            <a:ext cx="7341576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err="1">
                <a:solidFill>
                  <a:schemeClr val="tx1"/>
                </a:solidFill>
              </a:rPr>
              <a:t>Мрежни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пакет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стиже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до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драјвера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мрежног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уређаја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након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чега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драјвер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резервише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довољно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меморије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да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смести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све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примљене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податке</a:t>
            </a:r>
            <a:r>
              <a:rPr lang="en-US">
                <a:solidFill>
                  <a:schemeClr val="tx1"/>
                </a:solidFill>
              </a:rPr>
              <a:t> а </a:t>
            </a:r>
            <a:r>
              <a:rPr lang="en-US" err="1">
                <a:solidFill>
                  <a:schemeClr val="tx1"/>
                </a:solidFill>
              </a:rPr>
              <a:t>затим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их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поставља</a:t>
            </a:r>
            <a:r>
              <a:rPr lang="en-US">
                <a:solidFill>
                  <a:schemeClr val="tx1"/>
                </a:solidFill>
              </a:rPr>
              <a:t> у </a:t>
            </a:r>
            <a:r>
              <a:rPr lang="en-US" err="1">
                <a:solidFill>
                  <a:schemeClr val="tx1"/>
                </a:solidFill>
              </a:rPr>
              <a:t>ред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за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пријем</a:t>
            </a:r>
            <a:r>
              <a:rPr lang="en-US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US" err="1">
                <a:solidFill>
                  <a:schemeClr val="tx1"/>
                </a:solidFill>
              </a:rPr>
              <a:t>Прослеђује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се</a:t>
            </a:r>
            <a:r>
              <a:rPr lang="en-US">
                <a:solidFill>
                  <a:schemeClr val="tx1"/>
                </a:solidFill>
              </a:rPr>
              <a:t> Л2 </a:t>
            </a:r>
            <a:r>
              <a:rPr lang="en-US" err="1">
                <a:solidFill>
                  <a:schemeClr val="tx1"/>
                </a:solidFill>
              </a:rPr>
              <a:t>слоју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који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проверава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исправност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пакета</a:t>
            </a:r>
            <a:r>
              <a:rPr lang="en-US">
                <a:solidFill>
                  <a:schemeClr val="tx1"/>
                </a:solidFill>
              </a:rPr>
              <a:t>. </a:t>
            </a:r>
          </a:p>
          <a:p>
            <a:pPr marL="342900" indent="-342900">
              <a:buAutoNum type="arabicPeriod"/>
            </a:pPr>
            <a:r>
              <a:rPr lang="en-US" err="1">
                <a:solidFill>
                  <a:schemeClr val="tx1"/>
                </a:solidFill>
              </a:rPr>
              <a:t>Пакет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пролази</a:t>
            </a:r>
            <a:r>
              <a:rPr lang="en-US">
                <a:solidFill>
                  <a:schemeClr val="tx1"/>
                </a:solidFill>
              </a:rPr>
              <a:t> Л2 и </a:t>
            </a:r>
            <a:r>
              <a:rPr lang="en-US" err="1">
                <a:solidFill>
                  <a:schemeClr val="tx1"/>
                </a:solidFill>
              </a:rPr>
              <a:t>долази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до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мрежног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интерфејса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након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чега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иде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његова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обрада</a:t>
            </a:r>
            <a:r>
              <a:rPr lang="en-US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tx1"/>
                </a:solidFill>
              </a:rPr>
              <a:t>Л3 </a:t>
            </a:r>
            <a:r>
              <a:rPr lang="en-US" err="1">
                <a:solidFill>
                  <a:schemeClr val="tx1"/>
                </a:solidFill>
              </a:rPr>
              <a:t>слој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err="1">
                <a:solidFill>
                  <a:schemeClr val="tx1"/>
                </a:solidFill>
              </a:rPr>
              <a:t>проверава</a:t>
            </a:r>
            <a:r>
              <a:rPr lang="en-US">
                <a:solidFill>
                  <a:schemeClr val="tx1"/>
                </a:solidFill>
              </a:rPr>
              <a:t> да ли је пакет валидан и да </a:t>
            </a:r>
            <a:r>
              <a:rPr lang="en-US" err="1">
                <a:solidFill>
                  <a:schemeClr val="tx1"/>
                </a:solidFill>
              </a:rPr>
              <a:t>ли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је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намењен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том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уређају</a:t>
            </a:r>
            <a:r>
              <a:rPr lang="en-US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tx1"/>
                </a:solidFill>
              </a:rPr>
              <a:t>У </a:t>
            </a:r>
            <a:r>
              <a:rPr lang="en-US" err="1">
                <a:solidFill>
                  <a:schemeClr val="tx1"/>
                </a:solidFill>
              </a:rPr>
              <a:t>петој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фази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тражи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ком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активном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сокету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припада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примљени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пакет</a:t>
            </a:r>
            <a:r>
              <a:rPr lang="en-US">
                <a:solidFill>
                  <a:schemeClr val="tx1"/>
                </a:solidFill>
              </a:rPr>
              <a:t>. </a:t>
            </a:r>
            <a:r>
              <a:rPr lang="en-US" err="1">
                <a:solidFill>
                  <a:schemeClr val="tx1"/>
                </a:solidFill>
              </a:rPr>
              <a:t>Када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пронађе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пакет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смешта</a:t>
            </a:r>
            <a:r>
              <a:rPr lang="en-US">
                <a:solidFill>
                  <a:schemeClr val="tx1"/>
                </a:solidFill>
              </a:rPr>
              <a:t> у </a:t>
            </a:r>
            <a:r>
              <a:rPr lang="en-US" err="1">
                <a:solidFill>
                  <a:schemeClr val="tx1"/>
                </a:solidFill>
              </a:rPr>
              <a:t>ред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ток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сокета</a:t>
            </a:r>
            <a:r>
              <a:rPr lang="en-US">
                <a:solidFill>
                  <a:schemeClr val="tx1"/>
                </a:solidFill>
              </a:rPr>
              <a:t>. </a:t>
            </a:r>
          </a:p>
          <a:p>
            <a:pPr marL="342900" indent="-342900">
              <a:buAutoNum type="arabicPeriod"/>
            </a:pPr>
            <a:r>
              <a:rPr lang="en-US" err="1">
                <a:solidFill>
                  <a:schemeClr val="tx1"/>
                </a:solidFill>
              </a:rPr>
              <a:t>Достављује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податак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апликацији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8680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515">
          <a:extLst>
            <a:ext uri="{FF2B5EF4-FFF2-40B4-BE49-F238E27FC236}">
              <a16:creationId xmlns:a16="http://schemas.microsoft.com/office/drawing/2014/main" id="{9448928D-86D6-2EC0-8DF6-7A8904A9E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59">
            <a:extLst>
              <a:ext uri="{FF2B5EF4-FFF2-40B4-BE49-F238E27FC236}">
                <a16:creationId xmlns:a16="http://schemas.microsoft.com/office/drawing/2014/main" id="{4932392C-2B77-15E2-C81F-186B1011FB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Примање</a:t>
            </a:r>
            <a:r>
              <a:rPr lang="en"/>
              <a:t> </a:t>
            </a:r>
            <a:r>
              <a:rPr lang="en" err="1"/>
              <a:t>података</a:t>
            </a:r>
            <a:r>
              <a:rPr lang="en"/>
              <a:t> UDP </a:t>
            </a:r>
            <a:r>
              <a:rPr lang="en" err="1"/>
              <a:t>дијаграм</a:t>
            </a:r>
          </a:p>
        </p:txBody>
      </p:sp>
      <p:pic>
        <p:nvPicPr>
          <p:cNvPr id="2" name="Picture 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DF915DE-44B1-8032-B222-442F94F6F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11" y="1290638"/>
            <a:ext cx="4448175" cy="3705225"/>
          </a:xfrm>
          <a:prstGeom prst="rect">
            <a:avLst/>
          </a:prstGeom>
        </p:spPr>
      </p:pic>
      <p:pic>
        <p:nvPicPr>
          <p:cNvPr id="4" name="Picture 3" descr="A diagram of a network driver&#10;&#10;AI-generated content may be incorrect.">
            <a:extLst>
              <a:ext uri="{FF2B5EF4-FFF2-40B4-BE49-F238E27FC236}">
                <a16:creationId xmlns:a16="http://schemas.microsoft.com/office/drawing/2014/main" id="{639AF4BC-8B66-3ED4-251E-5D6F9A083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804" y="1809750"/>
            <a:ext cx="431482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4570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60"/>
          <p:cNvSpPr txBox="1">
            <a:spLocks noGrp="1"/>
          </p:cNvSpPr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548" name="Google Shape;1548;p60"/>
          <p:cNvSpPr txBox="1">
            <a:spLocks noGrp="1"/>
          </p:cNvSpPr>
          <p:nvPr>
            <p:ph type="title" idx="2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Безбедност</a:t>
            </a:r>
          </a:p>
        </p:txBody>
      </p:sp>
      <p:grpSp>
        <p:nvGrpSpPr>
          <p:cNvPr id="1549" name="Google Shape;1549;p60"/>
          <p:cNvGrpSpPr/>
          <p:nvPr/>
        </p:nvGrpSpPr>
        <p:grpSpPr>
          <a:xfrm>
            <a:off x="6846072" y="1383073"/>
            <a:ext cx="1828998" cy="2405007"/>
            <a:chOff x="1809575" y="238125"/>
            <a:chExt cx="3981275" cy="5219200"/>
          </a:xfrm>
        </p:grpSpPr>
        <p:sp>
          <p:nvSpPr>
            <p:cNvPr id="1550" name="Google Shape;1550;p60"/>
            <p:cNvSpPr/>
            <p:nvPr/>
          </p:nvSpPr>
          <p:spPr>
            <a:xfrm>
              <a:off x="1809575" y="238125"/>
              <a:ext cx="3981275" cy="5219200"/>
            </a:xfrm>
            <a:custGeom>
              <a:avLst/>
              <a:gdLst/>
              <a:ahLst/>
              <a:cxnLst/>
              <a:rect l="l" t="t" r="r" b="b"/>
              <a:pathLst>
                <a:path w="159251" h="208768" extrusionOk="0">
                  <a:moveTo>
                    <a:pt x="0" y="0"/>
                  </a:moveTo>
                  <a:lnTo>
                    <a:pt x="0" y="208767"/>
                  </a:lnTo>
                  <a:lnTo>
                    <a:pt x="159251" y="208767"/>
                  </a:lnTo>
                  <a:lnTo>
                    <a:pt x="159251" y="39633"/>
                  </a:lnTo>
                  <a:lnTo>
                    <a:pt x="120759" y="0"/>
                  </a:lnTo>
                  <a:close/>
                </a:path>
              </a:pathLst>
            </a:custGeom>
            <a:solidFill>
              <a:srgbClr val="D268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60"/>
            <p:cNvSpPr/>
            <p:nvPr/>
          </p:nvSpPr>
          <p:spPr>
            <a:xfrm>
              <a:off x="3805900" y="238125"/>
              <a:ext cx="1984950" cy="5219200"/>
            </a:xfrm>
            <a:custGeom>
              <a:avLst/>
              <a:gdLst/>
              <a:ahLst/>
              <a:cxnLst/>
              <a:rect l="l" t="t" r="r" b="b"/>
              <a:pathLst>
                <a:path w="79398" h="208768" extrusionOk="0">
                  <a:moveTo>
                    <a:pt x="1" y="0"/>
                  </a:moveTo>
                  <a:lnTo>
                    <a:pt x="1" y="208767"/>
                  </a:lnTo>
                  <a:lnTo>
                    <a:pt x="79398" y="208767"/>
                  </a:lnTo>
                  <a:lnTo>
                    <a:pt x="79398" y="39633"/>
                  </a:lnTo>
                  <a:lnTo>
                    <a:pt x="40906" y="0"/>
                  </a:lnTo>
                  <a:close/>
                </a:path>
              </a:pathLst>
            </a:custGeom>
            <a:solidFill>
              <a:srgbClr val="AB3F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60"/>
            <p:cNvSpPr/>
            <p:nvPr/>
          </p:nvSpPr>
          <p:spPr>
            <a:xfrm>
              <a:off x="4828550" y="238125"/>
              <a:ext cx="962300" cy="990850"/>
            </a:xfrm>
            <a:custGeom>
              <a:avLst/>
              <a:gdLst/>
              <a:ahLst/>
              <a:cxnLst/>
              <a:rect l="l" t="t" r="r" b="b"/>
              <a:pathLst>
                <a:path w="38492" h="39634" extrusionOk="0">
                  <a:moveTo>
                    <a:pt x="0" y="0"/>
                  </a:moveTo>
                  <a:lnTo>
                    <a:pt x="0" y="39633"/>
                  </a:lnTo>
                  <a:lnTo>
                    <a:pt x="38492" y="39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60"/>
            <p:cNvSpPr/>
            <p:nvPr/>
          </p:nvSpPr>
          <p:spPr>
            <a:xfrm>
              <a:off x="4828550" y="238125"/>
              <a:ext cx="962300" cy="990850"/>
            </a:xfrm>
            <a:custGeom>
              <a:avLst/>
              <a:gdLst/>
              <a:ahLst/>
              <a:cxnLst/>
              <a:rect l="l" t="t" r="r" b="b"/>
              <a:pathLst>
                <a:path w="38492" h="39634" extrusionOk="0">
                  <a:moveTo>
                    <a:pt x="0" y="0"/>
                  </a:moveTo>
                  <a:lnTo>
                    <a:pt x="0" y="39633"/>
                  </a:lnTo>
                  <a:lnTo>
                    <a:pt x="38492" y="39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68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60"/>
            <p:cNvSpPr/>
            <p:nvPr/>
          </p:nvSpPr>
          <p:spPr>
            <a:xfrm>
              <a:off x="2479925" y="1950650"/>
              <a:ext cx="2654450" cy="1450800"/>
            </a:xfrm>
            <a:custGeom>
              <a:avLst/>
              <a:gdLst/>
              <a:ahLst/>
              <a:cxnLst/>
              <a:rect l="l" t="t" r="r" b="b"/>
              <a:pathLst>
                <a:path w="106178" h="58032" extrusionOk="0">
                  <a:moveTo>
                    <a:pt x="73395" y="1"/>
                  </a:moveTo>
                  <a:lnTo>
                    <a:pt x="73395" y="12233"/>
                  </a:lnTo>
                  <a:lnTo>
                    <a:pt x="85334" y="12233"/>
                  </a:lnTo>
                  <a:lnTo>
                    <a:pt x="56856" y="40743"/>
                  </a:lnTo>
                  <a:lnTo>
                    <a:pt x="30206" y="14092"/>
                  </a:lnTo>
                  <a:lnTo>
                    <a:pt x="0" y="44331"/>
                  </a:lnTo>
                  <a:lnTo>
                    <a:pt x="8644" y="52975"/>
                  </a:lnTo>
                  <a:lnTo>
                    <a:pt x="30206" y="31381"/>
                  </a:lnTo>
                  <a:lnTo>
                    <a:pt x="56856" y="58031"/>
                  </a:lnTo>
                  <a:lnTo>
                    <a:pt x="93945" y="20877"/>
                  </a:lnTo>
                  <a:lnTo>
                    <a:pt x="93945" y="32914"/>
                  </a:lnTo>
                  <a:lnTo>
                    <a:pt x="106178" y="32914"/>
                  </a:lnTo>
                  <a:lnTo>
                    <a:pt x="10617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60"/>
            <p:cNvSpPr/>
            <p:nvPr/>
          </p:nvSpPr>
          <p:spPr>
            <a:xfrm>
              <a:off x="2483175" y="3714575"/>
              <a:ext cx="2662625" cy="305025"/>
            </a:xfrm>
            <a:custGeom>
              <a:avLst/>
              <a:gdLst/>
              <a:ahLst/>
              <a:cxnLst/>
              <a:rect l="l" t="t" r="r" b="b"/>
              <a:pathLst>
                <a:path w="106505" h="12201" extrusionOk="0">
                  <a:moveTo>
                    <a:pt x="0" y="0"/>
                  </a:moveTo>
                  <a:lnTo>
                    <a:pt x="0" y="12200"/>
                  </a:lnTo>
                  <a:lnTo>
                    <a:pt x="106504" y="12200"/>
                  </a:lnTo>
                  <a:lnTo>
                    <a:pt x="10650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60"/>
            <p:cNvSpPr/>
            <p:nvPr/>
          </p:nvSpPr>
          <p:spPr>
            <a:xfrm>
              <a:off x="2483175" y="4326200"/>
              <a:ext cx="2662625" cy="305025"/>
            </a:xfrm>
            <a:custGeom>
              <a:avLst/>
              <a:gdLst/>
              <a:ahLst/>
              <a:cxnLst/>
              <a:rect l="l" t="t" r="r" b="b"/>
              <a:pathLst>
                <a:path w="106505" h="12201" extrusionOk="0">
                  <a:moveTo>
                    <a:pt x="0" y="0"/>
                  </a:moveTo>
                  <a:lnTo>
                    <a:pt x="0" y="12200"/>
                  </a:lnTo>
                  <a:lnTo>
                    <a:pt x="106504" y="12200"/>
                  </a:lnTo>
                  <a:lnTo>
                    <a:pt x="10650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60"/>
            <p:cNvSpPr/>
            <p:nvPr/>
          </p:nvSpPr>
          <p:spPr>
            <a:xfrm>
              <a:off x="3815700" y="1950650"/>
              <a:ext cx="1318675" cy="1450800"/>
            </a:xfrm>
            <a:custGeom>
              <a:avLst/>
              <a:gdLst/>
              <a:ahLst/>
              <a:cxnLst/>
              <a:rect l="l" t="t" r="r" b="b"/>
              <a:pathLst>
                <a:path w="52747" h="58032" extrusionOk="0">
                  <a:moveTo>
                    <a:pt x="19964" y="1"/>
                  </a:moveTo>
                  <a:lnTo>
                    <a:pt x="19964" y="12233"/>
                  </a:lnTo>
                  <a:lnTo>
                    <a:pt x="31903" y="12233"/>
                  </a:lnTo>
                  <a:lnTo>
                    <a:pt x="3425" y="40743"/>
                  </a:lnTo>
                  <a:lnTo>
                    <a:pt x="0" y="37318"/>
                  </a:lnTo>
                  <a:lnTo>
                    <a:pt x="0" y="54639"/>
                  </a:lnTo>
                  <a:lnTo>
                    <a:pt x="3425" y="58031"/>
                  </a:lnTo>
                  <a:lnTo>
                    <a:pt x="40514" y="20877"/>
                  </a:lnTo>
                  <a:lnTo>
                    <a:pt x="40514" y="32914"/>
                  </a:lnTo>
                  <a:lnTo>
                    <a:pt x="52747" y="32914"/>
                  </a:lnTo>
                  <a:lnTo>
                    <a:pt x="52747" y="1"/>
                  </a:lnTo>
                  <a:close/>
                </a:path>
              </a:pathLst>
            </a:custGeom>
            <a:solidFill>
              <a:srgbClr val="24A3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60"/>
            <p:cNvSpPr/>
            <p:nvPr/>
          </p:nvSpPr>
          <p:spPr>
            <a:xfrm>
              <a:off x="3815700" y="3714575"/>
              <a:ext cx="1330100" cy="305025"/>
            </a:xfrm>
            <a:custGeom>
              <a:avLst/>
              <a:gdLst/>
              <a:ahLst/>
              <a:cxnLst/>
              <a:rect l="l" t="t" r="r" b="b"/>
              <a:pathLst>
                <a:path w="53204" h="12201" extrusionOk="0">
                  <a:moveTo>
                    <a:pt x="0" y="0"/>
                  </a:moveTo>
                  <a:lnTo>
                    <a:pt x="0" y="12200"/>
                  </a:lnTo>
                  <a:lnTo>
                    <a:pt x="53203" y="12200"/>
                  </a:lnTo>
                  <a:lnTo>
                    <a:pt x="53203" y="0"/>
                  </a:lnTo>
                  <a:close/>
                </a:path>
              </a:pathLst>
            </a:custGeom>
            <a:solidFill>
              <a:srgbClr val="6E3F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60"/>
            <p:cNvSpPr/>
            <p:nvPr/>
          </p:nvSpPr>
          <p:spPr>
            <a:xfrm>
              <a:off x="3815700" y="4326200"/>
              <a:ext cx="1330100" cy="305025"/>
            </a:xfrm>
            <a:custGeom>
              <a:avLst/>
              <a:gdLst/>
              <a:ahLst/>
              <a:cxnLst/>
              <a:rect l="l" t="t" r="r" b="b"/>
              <a:pathLst>
                <a:path w="53204" h="12201" extrusionOk="0">
                  <a:moveTo>
                    <a:pt x="0" y="0"/>
                  </a:moveTo>
                  <a:lnTo>
                    <a:pt x="0" y="12200"/>
                  </a:lnTo>
                  <a:lnTo>
                    <a:pt x="53203" y="12200"/>
                  </a:lnTo>
                  <a:lnTo>
                    <a:pt x="53203" y="0"/>
                  </a:lnTo>
                  <a:close/>
                </a:path>
              </a:pathLst>
            </a:custGeom>
            <a:solidFill>
              <a:srgbClr val="6E3F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0" name="Google Shape;1560;p60"/>
          <p:cNvGrpSpPr/>
          <p:nvPr/>
        </p:nvGrpSpPr>
        <p:grpSpPr>
          <a:xfrm>
            <a:off x="2598300" y="1013625"/>
            <a:ext cx="95400" cy="3116250"/>
            <a:chOff x="4524300" y="1013625"/>
            <a:chExt cx="95400" cy="3116250"/>
          </a:xfrm>
        </p:grpSpPr>
        <p:sp>
          <p:nvSpPr>
            <p:cNvPr id="1561" name="Google Shape;1561;p60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60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60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60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60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60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6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Увод у безбедност</a:t>
            </a:r>
          </a:p>
        </p:txBody>
      </p:sp>
      <p:sp>
        <p:nvSpPr>
          <p:cNvPr id="1572" name="Google Shape;1572;p61"/>
          <p:cNvSpPr txBox="1">
            <a:spLocks noGrp="1"/>
          </p:cNvSpPr>
          <p:nvPr>
            <p:ph type="subTitle" idx="4294967295"/>
          </p:nvPr>
        </p:nvSpPr>
        <p:spPr>
          <a:xfrm>
            <a:off x="6282650" y="1621511"/>
            <a:ext cx="1936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rPr>
              <a:t>Савремени</a:t>
            </a:r>
            <a:endParaRPr sz="1800">
              <a:solidFill>
                <a:schemeClr val="accent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3" name="Google Shape;1573;p61"/>
          <p:cNvSpPr txBox="1">
            <a:spLocks noGrp="1"/>
          </p:cNvSpPr>
          <p:nvPr>
            <p:ph type="subTitle" idx="4294967295"/>
          </p:nvPr>
        </p:nvSpPr>
        <p:spPr>
          <a:xfrm>
            <a:off x="5075007" y="1952881"/>
            <a:ext cx="3346018" cy="12127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"/>
              <a:t>микроконтролери имају приступ интернету или су повезани са другим уређајем и самим тим имају неки безбедносни пропуст.</a:t>
            </a:r>
            <a:endParaRPr lang="en-US"/>
          </a:p>
        </p:txBody>
      </p:sp>
      <p:sp>
        <p:nvSpPr>
          <p:cNvPr id="1574" name="Google Shape;1574;p61"/>
          <p:cNvSpPr txBox="1">
            <a:spLocks noGrp="1"/>
          </p:cNvSpPr>
          <p:nvPr>
            <p:ph type="subTitle" idx="4294967295"/>
          </p:nvPr>
        </p:nvSpPr>
        <p:spPr>
          <a:xfrm>
            <a:off x="6282625" y="3035121"/>
            <a:ext cx="1936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buNone/>
            </a:pPr>
            <a:r>
              <a:rPr lang="en"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rPr>
              <a:t>Принцип дијазна</a:t>
            </a:r>
            <a:endParaRPr sz="1800">
              <a:solidFill>
                <a:schemeClr val="accent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5" name="Google Shape;1575;p61"/>
          <p:cNvSpPr txBox="1">
            <a:spLocks noGrp="1"/>
          </p:cNvSpPr>
          <p:nvPr>
            <p:ph type="subTitle" idx="4294967295"/>
          </p:nvPr>
        </p:nvSpPr>
        <p:spPr>
          <a:xfrm>
            <a:off x="5215157" y="3420408"/>
            <a:ext cx="3346018" cy="8854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"/>
              <a:t>који је широко прихваћен је према  </a:t>
            </a:r>
            <a:r>
              <a:rPr lang="en" i="1"/>
              <a:t>"SALT75"</a:t>
            </a:r>
            <a:r>
              <a:rPr lang="en"/>
              <a:t> како би се обезбедила заштита.</a:t>
            </a:r>
            <a:endParaRPr lang="en-US"/>
          </a:p>
        </p:txBody>
      </p:sp>
      <p:sp>
        <p:nvSpPr>
          <p:cNvPr id="1576" name="Google Shape;1576;p61"/>
          <p:cNvSpPr txBox="1">
            <a:spLocks noGrp="1"/>
          </p:cNvSpPr>
          <p:nvPr>
            <p:ph type="subTitle" idx="4294967295"/>
          </p:nvPr>
        </p:nvSpPr>
        <p:spPr>
          <a:xfrm>
            <a:off x="924625" y="1621506"/>
            <a:ext cx="1936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Традиционално</a:t>
            </a:r>
            <a:endParaRPr sz="180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7" name="Google Shape;1577;p61"/>
          <p:cNvSpPr txBox="1">
            <a:spLocks noGrp="1"/>
          </p:cNvSpPr>
          <p:nvPr>
            <p:ph type="subTitle" idx="4294967295"/>
          </p:nvPr>
        </p:nvSpPr>
        <p:spPr>
          <a:xfrm>
            <a:off x="582325" y="1952880"/>
            <a:ext cx="3000962" cy="9608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/>
              <a:t>сматрало се да су микроконтролери изоловани и самим тим безбедни.</a:t>
            </a:r>
            <a:endParaRPr lang="en-US"/>
          </a:p>
        </p:txBody>
      </p:sp>
      <p:sp>
        <p:nvSpPr>
          <p:cNvPr id="1578" name="Google Shape;1578;p61"/>
          <p:cNvSpPr txBox="1">
            <a:spLocks noGrp="1"/>
          </p:cNvSpPr>
          <p:nvPr>
            <p:ph type="subTitle" idx="4294967295"/>
          </p:nvPr>
        </p:nvSpPr>
        <p:spPr>
          <a:xfrm>
            <a:off x="924625" y="3035106"/>
            <a:ext cx="1936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Oswald"/>
                <a:ea typeface="Oswald"/>
                <a:cs typeface="Oswald"/>
              </a:rPr>
              <a:t>Потребно</a:t>
            </a:r>
          </a:p>
        </p:txBody>
      </p:sp>
      <p:sp>
        <p:nvSpPr>
          <p:cNvPr id="1579" name="Google Shape;1579;p61"/>
          <p:cNvSpPr txBox="1">
            <a:spLocks noGrp="1"/>
          </p:cNvSpPr>
          <p:nvPr>
            <p:ph type="subTitle" idx="4294967295"/>
          </p:nvPr>
        </p:nvSpPr>
        <p:spPr>
          <a:xfrm>
            <a:off x="582325" y="3420394"/>
            <a:ext cx="3346018" cy="6158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/>
              <a:t>је да постоји један главни програмер који зна да идентификује и разуме рањивост.</a:t>
            </a:r>
            <a:endParaRPr lang="en-US"/>
          </a:p>
        </p:txBody>
      </p:sp>
      <p:sp>
        <p:nvSpPr>
          <p:cNvPr id="1580" name="Google Shape;1580;p61"/>
          <p:cNvSpPr txBox="1"/>
          <p:nvPr/>
        </p:nvSpPr>
        <p:spPr>
          <a:xfrm>
            <a:off x="1891189" y="4282171"/>
            <a:ext cx="4984216" cy="718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100">
                <a:solidFill>
                  <a:schemeClr val="dk1"/>
                </a:solidFill>
                <a:ea typeface="Roboto"/>
                <a:sym typeface="Roboto"/>
              </a:rPr>
              <a:t>[SALT75] J. H. Saltzer and M. D. Schroeder, “The protection of information in computer systems,” Proceedings of the IEEE, vol. 63, no. 9, pp. 1278-1308, Sep 1975. [Online]. Available: </a:t>
            </a:r>
            <a:r>
              <a:rPr lang="en" sz="1100">
                <a:solidFill>
                  <a:schemeClr val="dk1"/>
                </a:solidFill>
                <a:ea typeface="Roboto"/>
                <a:sym typeface="Roboto"/>
                <a:hlinkClick r:id="rId3"/>
              </a:rPr>
              <a:t>https://web.mit.edu/Saltzer/www/publications/protection/</a:t>
            </a:r>
            <a:r>
              <a:rPr lang="en" sz="1100">
                <a:solidFill>
                  <a:schemeClr val="dk1"/>
                </a:solidFill>
                <a:ea typeface="Roboto"/>
                <a:sym typeface="Roboto"/>
              </a:rPr>
              <a:t>.</a:t>
            </a: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6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Безбедност - Сигурно програмирање</a:t>
            </a: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4CE9C7-D4EF-370D-4498-40A223D31EA5}"/>
              </a:ext>
            </a:extLst>
          </p:cNvPr>
          <p:cNvSpPr txBox="1"/>
          <p:nvPr/>
        </p:nvSpPr>
        <p:spPr>
          <a:xfrm>
            <a:off x="893884" y="1333500"/>
            <a:ext cx="7473461" cy="2893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>
                <a:solidFill>
                  <a:schemeClr val="tx1"/>
                </a:solidFill>
              </a:rPr>
              <a:t>Отворени дизајн: Подразумева да се механизми заштите ослањају на проверен и јавно доступне криптографксе алгоритме и библитоеке.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tx1"/>
                </a:solidFill>
              </a:rPr>
              <a:t>Економија механизма: Дизајн система мора да буде што једноставнији и модуларнији.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tx1"/>
                </a:solidFill>
              </a:rPr>
              <a:t>Потпуна медијација: Захтева да сваки приступ ресурсима буде аутентификован.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tx1"/>
                </a:solidFill>
              </a:rPr>
              <a:t>Безбедни подразумевани параметри: Приступ је подразумевано забрањен. Дозвољен је само када су испуњени одређени услови.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tx1"/>
                </a:solidFill>
              </a:rPr>
              <a:t>Најмање привилегија: Сваки корисник, процес или нит има само минимални скуп дозвола.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tx1"/>
                </a:solidFill>
              </a:rPr>
              <a:t>Најмањи заједнички механизам: Различите функције између различитих корисника се не деле осим ако то није неопходно.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tx1"/>
                </a:solidFill>
              </a:rPr>
              <a:t>Психолошка прихватљивост: Механизми безбедности морају бити једноставни за употребу.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585">
          <a:extLst>
            <a:ext uri="{FF2B5EF4-FFF2-40B4-BE49-F238E27FC236}">
              <a16:creationId xmlns:a16="http://schemas.microsoft.com/office/drawing/2014/main" id="{F403BC86-34EE-5973-FD27-E35199670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62">
            <a:extLst>
              <a:ext uri="{FF2B5EF4-FFF2-40B4-BE49-F238E27FC236}">
                <a16:creationId xmlns:a16="http://schemas.microsoft.com/office/drawing/2014/main" id="{AA97807B-4BB5-32C6-2C5F-373DF98192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Безбедност - Сигурно програмирање - Наставак</a:t>
            </a: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2EA9EF-431C-E1C7-A93C-4FE9D7A07DD3}"/>
              </a:ext>
            </a:extLst>
          </p:cNvPr>
          <p:cNvSpPr txBox="1"/>
          <p:nvPr/>
        </p:nvSpPr>
        <p:spPr>
          <a:xfrm>
            <a:off x="836734" y="1662113"/>
            <a:ext cx="7473461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>
                <a:solidFill>
                  <a:schemeClr val="tx1"/>
                </a:solidFill>
              </a:rPr>
              <a:t>Комплементарна безбедност и вишеслојна одбрана: Потребно је ослањати се на више нивоа одбране, у зависности од могућности платформе.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tx1"/>
                </a:solidFill>
              </a:rPr>
              <a:t>Онемогућавање ретко коришћењих сервиса по подразумеваним подешавањима: Сервиси и функционалности који се ретко користе не треба да буду подразумевано активни.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tx1"/>
                </a:solidFill>
              </a:rPr>
              <a:t>Управљање променама: Све измене морају бити документоване и праћење кроз јасно дефинисан процес. Свака промена мора бити повезана са конкретним извештајем о грешци.</a:t>
            </a:r>
          </a:p>
        </p:txBody>
      </p:sp>
    </p:spTree>
    <p:extLst>
      <p:ext uri="{BB962C8B-B14F-4D97-AF65-F5344CB8AC3E}">
        <p14:creationId xmlns:p14="http://schemas.microsoft.com/office/powerpoint/2010/main" val="31231111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546">
          <a:extLst>
            <a:ext uri="{FF2B5EF4-FFF2-40B4-BE49-F238E27FC236}">
              <a16:creationId xmlns:a16="http://schemas.microsoft.com/office/drawing/2014/main" id="{6B7B1517-E01C-1A8B-64EE-C31322127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60">
            <a:extLst>
              <a:ext uri="{FF2B5EF4-FFF2-40B4-BE49-F238E27FC236}">
                <a16:creationId xmlns:a16="http://schemas.microsoft.com/office/drawing/2014/main" id="{F2BDA21A-3BC8-221F-068C-DF95CAB3CF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1548" name="Google Shape;1548;p60">
            <a:extLst>
              <a:ext uri="{FF2B5EF4-FFF2-40B4-BE49-F238E27FC236}">
                <a16:creationId xmlns:a16="http://schemas.microsoft.com/office/drawing/2014/main" id="{BB12A3D4-70D8-C4AF-EDC0-D3588F05E6F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Задатак</a:t>
            </a:r>
          </a:p>
        </p:txBody>
      </p:sp>
      <p:grpSp>
        <p:nvGrpSpPr>
          <p:cNvPr id="1560" name="Google Shape;1560;p60">
            <a:extLst>
              <a:ext uri="{FF2B5EF4-FFF2-40B4-BE49-F238E27FC236}">
                <a16:creationId xmlns:a16="http://schemas.microsoft.com/office/drawing/2014/main" id="{5F1DEBE6-420E-CEA0-F69D-E67B7AE2FB0D}"/>
              </a:ext>
            </a:extLst>
          </p:cNvPr>
          <p:cNvGrpSpPr/>
          <p:nvPr/>
        </p:nvGrpSpPr>
        <p:grpSpPr>
          <a:xfrm>
            <a:off x="2598300" y="1013625"/>
            <a:ext cx="95400" cy="3116250"/>
            <a:chOff x="4524300" y="1013625"/>
            <a:chExt cx="95400" cy="3116250"/>
          </a:xfrm>
        </p:grpSpPr>
        <p:sp>
          <p:nvSpPr>
            <p:cNvPr id="1561" name="Google Shape;1561;p60">
              <a:extLst>
                <a:ext uri="{FF2B5EF4-FFF2-40B4-BE49-F238E27FC236}">
                  <a16:creationId xmlns:a16="http://schemas.microsoft.com/office/drawing/2014/main" id="{36E56B84-EB58-ED5B-E40A-5B352797A7EE}"/>
                </a:ext>
              </a:extLst>
            </p:cNvPr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60">
              <a:extLst>
                <a:ext uri="{FF2B5EF4-FFF2-40B4-BE49-F238E27FC236}">
                  <a16:creationId xmlns:a16="http://schemas.microsoft.com/office/drawing/2014/main" id="{EE9D1D47-F784-1691-9158-4ACB55C9E7EB}"/>
                </a:ext>
              </a:extLst>
            </p:cNvPr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60">
              <a:extLst>
                <a:ext uri="{FF2B5EF4-FFF2-40B4-BE49-F238E27FC236}">
                  <a16:creationId xmlns:a16="http://schemas.microsoft.com/office/drawing/2014/main" id="{D93CB512-CC81-7446-03AA-5E11C4C254FE}"/>
                </a:ext>
              </a:extLst>
            </p:cNvPr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60">
              <a:extLst>
                <a:ext uri="{FF2B5EF4-FFF2-40B4-BE49-F238E27FC236}">
                  <a16:creationId xmlns:a16="http://schemas.microsoft.com/office/drawing/2014/main" id="{DF73E43F-0013-18CE-7CCF-5B4C7CCE9690}"/>
                </a:ext>
              </a:extLst>
            </p:cNvPr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60">
              <a:extLst>
                <a:ext uri="{FF2B5EF4-FFF2-40B4-BE49-F238E27FC236}">
                  <a16:creationId xmlns:a16="http://schemas.microsoft.com/office/drawing/2014/main" id="{8AE49F57-7959-B6AE-0D7C-BFC85F86858F}"/>
                </a:ext>
              </a:extLst>
            </p:cNvPr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60">
              <a:extLst>
                <a:ext uri="{FF2B5EF4-FFF2-40B4-BE49-F238E27FC236}">
                  <a16:creationId xmlns:a16="http://schemas.microsoft.com/office/drawing/2014/main" id="{2A4786A2-C393-9FAC-D983-387339DB2ED7}"/>
                </a:ext>
              </a:extLst>
            </p:cNvPr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806;p35">
            <a:extLst>
              <a:ext uri="{FF2B5EF4-FFF2-40B4-BE49-F238E27FC236}">
                <a16:creationId xmlns:a16="http://schemas.microsoft.com/office/drawing/2014/main" id="{AF3CBA80-AA53-59C6-A126-F1BCC94AABFB}"/>
              </a:ext>
            </a:extLst>
          </p:cNvPr>
          <p:cNvGrpSpPr/>
          <p:nvPr/>
        </p:nvGrpSpPr>
        <p:grpSpPr>
          <a:xfrm>
            <a:off x="6275051" y="1382979"/>
            <a:ext cx="2377555" cy="2377555"/>
            <a:chOff x="6198197" y="1098851"/>
            <a:chExt cx="2945798" cy="2945798"/>
          </a:xfrm>
        </p:grpSpPr>
        <p:sp>
          <p:nvSpPr>
            <p:cNvPr id="3" name="Google Shape;807;p35">
              <a:extLst>
                <a:ext uri="{FF2B5EF4-FFF2-40B4-BE49-F238E27FC236}">
                  <a16:creationId xmlns:a16="http://schemas.microsoft.com/office/drawing/2014/main" id="{9D77FA5F-F39E-1E2B-6DF2-08D2EED91961}"/>
                </a:ext>
              </a:extLst>
            </p:cNvPr>
            <p:cNvSpPr/>
            <p:nvPr/>
          </p:nvSpPr>
          <p:spPr>
            <a:xfrm>
              <a:off x="7315562" y="1098851"/>
              <a:ext cx="1218960" cy="1218960"/>
            </a:xfrm>
            <a:custGeom>
              <a:avLst/>
              <a:gdLst/>
              <a:ahLst/>
              <a:cxnLst/>
              <a:rect l="l" t="t" r="r" b="b"/>
              <a:pathLst>
                <a:path w="78289" h="78289" extrusionOk="0">
                  <a:moveTo>
                    <a:pt x="39134" y="22835"/>
                  </a:moveTo>
                  <a:cubicBezTo>
                    <a:pt x="41240" y="22835"/>
                    <a:pt x="43361" y="23241"/>
                    <a:pt x="45375" y="24074"/>
                  </a:cubicBezTo>
                  <a:cubicBezTo>
                    <a:pt x="51475" y="26586"/>
                    <a:pt x="55454" y="32556"/>
                    <a:pt x="55454" y="39145"/>
                  </a:cubicBezTo>
                  <a:cubicBezTo>
                    <a:pt x="55454" y="48148"/>
                    <a:pt x="48148" y="55455"/>
                    <a:pt x="39145" y="55455"/>
                  </a:cubicBezTo>
                  <a:cubicBezTo>
                    <a:pt x="32555" y="55455"/>
                    <a:pt x="26586" y="51475"/>
                    <a:pt x="24074" y="45375"/>
                  </a:cubicBezTo>
                  <a:cubicBezTo>
                    <a:pt x="21562" y="39308"/>
                    <a:pt x="22932" y="32262"/>
                    <a:pt x="27597" y="27597"/>
                  </a:cubicBezTo>
                  <a:cubicBezTo>
                    <a:pt x="30714" y="24481"/>
                    <a:pt x="34893" y="22835"/>
                    <a:pt x="39134" y="22835"/>
                  </a:cubicBezTo>
                  <a:close/>
                  <a:moveTo>
                    <a:pt x="32621" y="1"/>
                  </a:moveTo>
                  <a:lnTo>
                    <a:pt x="32621" y="7177"/>
                  </a:lnTo>
                  <a:cubicBezTo>
                    <a:pt x="28543" y="8025"/>
                    <a:pt x="24629" y="9624"/>
                    <a:pt x="21171" y="11940"/>
                  </a:cubicBezTo>
                  <a:lnTo>
                    <a:pt x="16082" y="6851"/>
                  </a:lnTo>
                  <a:lnTo>
                    <a:pt x="6851" y="16083"/>
                  </a:lnTo>
                  <a:lnTo>
                    <a:pt x="11940" y="21171"/>
                  </a:lnTo>
                  <a:cubicBezTo>
                    <a:pt x="9624" y="24629"/>
                    <a:pt x="8025" y="28543"/>
                    <a:pt x="7177" y="32621"/>
                  </a:cubicBezTo>
                  <a:lnTo>
                    <a:pt x="1" y="32621"/>
                  </a:lnTo>
                  <a:lnTo>
                    <a:pt x="1" y="45669"/>
                  </a:lnTo>
                  <a:lnTo>
                    <a:pt x="7177" y="45669"/>
                  </a:lnTo>
                  <a:cubicBezTo>
                    <a:pt x="8025" y="49746"/>
                    <a:pt x="9624" y="53661"/>
                    <a:pt x="11940" y="57118"/>
                  </a:cubicBezTo>
                  <a:lnTo>
                    <a:pt x="6851" y="62207"/>
                  </a:lnTo>
                  <a:lnTo>
                    <a:pt x="16082" y="71438"/>
                  </a:lnTo>
                  <a:lnTo>
                    <a:pt x="21171" y="66350"/>
                  </a:lnTo>
                  <a:cubicBezTo>
                    <a:pt x="24629" y="68666"/>
                    <a:pt x="28543" y="70264"/>
                    <a:pt x="32621" y="71112"/>
                  </a:cubicBezTo>
                  <a:lnTo>
                    <a:pt x="32621" y="78289"/>
                  </a:lnTo>
                  <a:lnTo>
                    <a:pt x="45668" y="78289"/>
                  </a:lnTo>
                  <a:lnTo>
                    <a:pt x="45668" y="71112"/>
                  </a:lnTo>
                  <a:cubicBezTo>
                    <a:pt x="49746" y="70264"/>
                    <a:pt x="53660" y="68666"/>
                    <a:pt x="57118" y="66350"/>
                  </a:cubicBezTo>
                  <a:lnTo>
                    <a:pt x="62207" y="71438"/>
                  </a:lnTo>
                  <a:lnTo>
                    <a:pt x="71438" y="62207"/>
                  </a:lnTo>
                  <a:lnTo>
                    <a:pt x="66349" y="57118"/>
                  </a:lnTo>
                  <a:cubicBezTo>
                    <a:pt x="68665" y="53661"/>
                    <a:pt x="70264" y="49746"/>
                    <a:pt x="71112" y="45669"/>
                  </a:cubicBezTo>
                  <a:lnTo>
                    <a:pt x="78288" y="45669"/>
                  </a:lnTo>
                  <a:lnTo>
                    <a:pt x="78288" y="32621"/>
                  </a:lnTo>
                  <a:lnTo>
                    <a:pt x="71112" y="32621"/>
                  </a:lnTo>
                  <a:cubicBezTo>
                    <a:pt x="70264" y="28543"/>
                    <a:pt x="68665" y="24629"/>
                    <a:pt x="66349" y="21171"/>
                  </a:cubicBezTo>
                  <a:lnTo>
                    <a:pt x="71438" y="16083"/>
                  </a:lnTo>
                  <a:lnTo>
                    <a:pt x="62207" y="6851"/>
                  </a:lnTo>
                  <a:lnTo>
                    <a:pt x="57118" y="11940"/>
                  </a:lnTo>
                  <a:cubicBezTo>
                    <a:pt x="53660" y="9624"/>
                    <a:pt x="49746" y="8025"/>
                    <a:pt x="45668" y="7177"/>
                  </a:cubicBezTo>
                  <a:lnTo>
                    <a:pt x="45668" y="1"/>
                  </a:lnTo>
                  <a:close/>
                </a:path>
              </a:pathLst>
            </a:custGeom>
            <a:solidFill>
              <a:srgbClr val="35C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808;p35">
              <a:extLst>
                <a:ext uri="{FF2B5EF4-FFF2-40B4-BE49-F238E27FC236}">
                  <a16:creationId xmlns:a16="http://schemas.microsoft.com/office/drawing/2014/main" id="{3A5EB587-B5D7-938D-54B6-DF7A248FCC48}"/>
                </a:ext>
              </a:extLst>
            </p:cNvPr>
            <p:cNvSpPr/>
            <p:nvPr/>
          </p:nvSpPr>
          <p:spPr>
            <a:xfrm>
              <a:off x="7213984" y="2419374"/>
              <a:ext cx="355541" cy="152384"/>
            </a:xfrm>
            <a:custGeom>
              <a:avLst/>
              <a:gdLst/>
              <a:ahLst/>
              <a:cxnLst/>
              <a:rect l="l" t="t" r="r" b="b"/>
              <a:pathLst>
                <a:path w="22835" h="9787" extrusionOk="0">
                  <a:moveTo>
                    <a:pt x="1" y="1"/>
                  </a:moveTo>
                  <a:lnTo>
                    <a:pt x="1" y="9787"/>
                  </a:lnTo>
                  <a:lnTo>
                    <a:pt x="22835" y="9787"/>
                  </a:lnTo>
                  <a:lnTo>
                    <a:pt x="22835" y="1"/>
                  </a:lnTo>
                  <a:close/>
                </a:path>
              </a:pathLst>
            </a:custGeom>
            <a:solidFill>
              <a:srgbClr val="4B62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809;p35">
              <a:extLst>
                <a:ext uri="{FF2B5EF4-FFF2-40B4-BE49-F238E27FC236}">
                  <a16:creationId xmlns:a16="http://schemas.microsoft.com/office/drawing/2014/main" id="{A1D4C955-EFCE-DB7B-BFA4-E8B62E18D60A}"/>
                </a:ext>
              </a:extLst>
            </p:cNvPr>
            <p:cNvSpPr/>
            <p:nvPr/>
          </p:nvSpPr>
          <p:spPr>
            <a:xfrm>
              <a:off x="6283022" y="3307176"/>
              <a:ext cx="698875" cy="536854"/>
            </a:xfrm>
            <a:custGeom>
              <a:avLst/>
              <a:gdLst/>
              <a:ahLst/>
              <a:cxnLst/>
              <a:rect l="l" t="t" r="r" b="b"/>
              <a:pathLst>
                <a:path w="44886" h="34480" extrusionOk="0">
                  <a:moveTo>
                    <a:pt x="12722" y="0"/>
                  </a:moveTo>
                  <a:lnTo>
                    <a:pt x="9004" y="5350"/>
                  </a:lnTo>
                  <a:lnTo>
                    <a:pt x="21497" y="14092"/>
                  </a:lnTo>
                  <a:lnTo>
                    <a:pt x="0" y="29130"/>
                  </a:lnTo>
                  <a:lnTo>
                    <a:pt x="3752" y="34479"/>
                  </a:lnTo>
                  <a:lnTo>
                    <a:pt x="27173" y="18072"/>
                  </a:lnTo>
                  <a:lnTo>
                    <a:pt x="39666" y="26814"/>
                  </a:lnTo>
                  <a:lnTo>
                    <a:pt x="43418" y="21464"/>
                  </a:lnTo>
                  <a:lnTo>
                    <a:pt x="32849" y="14092"/>
                  </a:lnTo>
                  <a:lnTo>
                    <a:pt x="44885" y="5676"/>
                  </a:lnTo>
                  <a:lnTo>
                    <a:pt x="41134" y="326"/>
                  </a:lnTo>
                  <a:lnTo>
                    <a:pt x="27173" y="10112"/>
                  </a:lnTo>
                  <a:lnTo>
                    <a:pt x="127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10;p35">
              <a:extLst>
                <a:ext uri="{FF2B5EF4-FFF2-40B4-BE49-F238E27FC236}">
                  <a16:creationId xmlns:a16="http://schemas.microsoft.com/office/drawing/2014/main" id="{1736DF11-5F64-92D5-E28C-21A3557A859B}"/>
                </a:ext>
              </a:extLst>
            </p:cNvPr>
            <p:cNvSpPr/>
            <p:nvPr/>
          </p:nvSpPr>
          <p:spPr>
            <a:xfrm>
              <a:off x="6807669" y="3130425"/>
              <a:ext cx="406330" cy="914224"/>
            </a:xfrm>
            <a:custGeom>
              <a:avLst/>
              <a:gdLst/>
              <a:ahLst/>
              <a:cxnLst/>
              <a:rect l="l" t="t" r="r" b="b"/>
              <a:pathLst>
                <a:path w="26097" h="58717" extrusionOk="0">
                  <a:moveTo>
                    <a:pt x="1" y="0"/>
                  </a:moveTo>
                  <a:lnTo>
                    <a:pt x="19573" y="58716"/>
                  </a:lnTo>
                  <a:lnTo>
                    <a:pt x="26097" y="58716"/>
                  </a:lnTo>
                  <a:lnTo>
                    <a:pt x="143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11;p35">
              <a:extLst>
                <a:ext uri="{FF2B5EF4-FFF2-40B4-BE49-F238E27FC236}">
                  <a16:creationId xmlns:a16="http://schemas.microsoft.com/office/drawing/2014/main" id="{793E04CB-426E-A175-0DCE-42C65AF51E40}"/>
                </a:ext>
              </a:extLst>
            </p:cNvPr>
            <p:cNvSpPr/>
            <p:nvPr/>
          </p:nvSpPr>
          <p:spPr>
            <a:xfrm>
              <a:off x="6198197" y="3130425"/>
              <a:ext cx="406330" cy="914224"/>
            </a:xfrm>
            <a:custGeom>
              <a:avLst/>
              <a:gdLst/>
              <a:ahLst/>
              <a:cxnLst/>
              <a:rect l="l" t="t" r="r" b="b"/>
              <a:pathLst>
                <a:path w="26097" h="58717" extrusionOk="0">
                  <a:moveTo>
                    <a:pt x="11744" y="0"/>
                  </a:moveTo>
                  <a:lnTo>
                    <a:pt x="1" y="58716"/>
                  </a:lnTo>
                  <a:lnTo>
                    <a:pt x="6525" y="58716"/>
                  </a:lnTo>
                  <a:lnTo>
                    <a:pt x="260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12;p35">
              <a:extLst>
                <a:ext uri="{FF2B5EF4-FFF2-40B4-BE49-F238E27FC236}">
                  <a16:creationId xmlns:a16="http://schemas.microsoft.com/office/drawing/2014/main" id="{7DE9B1D3-C85B-F992-949F-A4DB475F3BB5}"/>
                </a:ext>
              </a:extLst>
            </p:cNvPr>
            <p:cNvSpPr/>
            <p:nvPr/>
          </p:nvSpPr>
          <p:spPr>
            <a:xfrm>
              <a:off x="6198197" y="2267006"/>
              <a:ext cx="1371328" cy="1015802"/>
            </a:xfrm>
            <a:custGeom>
              <a:avLst/>
              <a:gdLst/>
              <a:ahLst/>
              <a:cxnLst/>
              <a:rect l="l" t="t" r="r" b="b"/>
              <a:pathLst>
                <a:path w="88075" h="65241" extrusionOk="0">
                  <a:moveTo>
                    <a:pt x="9787" y="1"/>
                  </a:moveTo>
                  <a:cubicBezTo>
                    <a:pt x="4372" y="1"/>
                    <a:pt x="1" y="4372"/>
                    <a:pt x="1" y="9787"/>
                  </a:cubicBezTo>
                  <a:lnTo>
                    <a:pt x="1" y="39144"/>
                  </a:lnTo>
                  <a:cubicBezTo>
                    <a:pt x="1" y="53562"/>
                    <a:pt x="11679" y="65240"/>
                    <a:pt x="26097" y="65240"/>
                  </a:cubicBezTo>
                  <a:lnTo>
                    <a:pt x="88075" y="65240"/>
                  </a:lnTo>
                  <a:lnTo>
                    <a:pt x="88075" y="48930"/>
                  </a:lnTo>
                  <a:lnTo>
                    <a:pt x="32621" y="48930"/>
                  </a:lnTo>
                  <a:cubicBezTo>
                    <a:pt x="23618" y="48930"/>
                    <a:pt x="16311" y="41624"/>
                    <a:pt x="16311" y="32621"/>
                  </a:cubicBezTo>
                  <a:lnTo>
                    <a:pt x="16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13;p35">
              <a:extLst>
                <a:ext uri="{FF2B5EF4-FFF2-40B4-BE49-F238E27FC236}">
                  <a16:creationId xmlns:a16="http://schemas.microsoft.com/office/drawing/2014/main" id="{3719D875-5C06-2745-977D-BDB0E5AC8EC2}"/>
                </a:ext>
              </a:extLst>
            </p:cNvPr>
            <p:cNvSpPr/>
            <p:nvPr/>
          </p:nvSpPr>
          <p:spPr>
            <a:xfrm>
              <a:off x="6706090" y="2774900"/>
              <a:ext cx="1523696" cy="1168170"/>
            </a:xfrm>
            <a:custGeom>
              <a:avLst/>
              <a:gdLst/>
              <a:ahLst/>
              <a:cxnLst/>
              <a:rect l="l" t="t" r="r" b="b"/>
              <a:pathLst>
                <a:path w="97861" h="75027" extrusionOk="0">
                  <a:moveTo>
                    <a:pt x="1" y="1"/>
                  </a:moveTo>
                  <a:cubicBezTo>
                    <a:pt x="1" y="10798"/>
                    <a:pt x="8776" y="19572"/>
                    <a:pt x="19573" y="19572"/>
                  </a:cubicBezTo>
                  <a:lnTo>
                    <a:pt x="65241" y="19572"/>
                  </a:lnTo>
                  <a:lnTo>
                    <a:pt x="78289" y="75026"/>
                  </a:lnTo>
                  <a:lnTo>
                    <a:pt x="84812" y="75026"/>
                  </a:lnTo>
                  <a:lnTo>
                    <a:pt x="97860" y="68502"/>
                  </a:lnTo>
                  <a:lnTo>
                    <a:pt x="83932" y="10015"/>
                  </a:lnTo>
                  <a:cubicBezTo>
                    <a:pt x="82529" y="4143"/>
                    <a:pt x="77277" y="1"/>
                    <a:pt x="712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14;p35">
              <a:extLst>
                <a:ext uri="{FF2B5EF4-FFF2-40B4-BE49-F238E27FC236}">
                  <a16:creationId xmlns:a16="http://schemas.microsoft.com/office/drawing/2014/main" id="{BEB285EA-C313-7EEC-5D66-704BB25A105D}"/>
                </a:ext>
              </a:extLst>
            </p:cNvPr>
            <p:cNvSpPr/>
            <p:nvPr/>
          </p:nvSpPr>
          <p:spPr>
            <a:xfrm>
              <a:off x="7925034" y="3841476"/>
              <a:ext cx="507909" cy="203173"/>
            </a:xfrm>
            <a:custGeom>
              <a:avLst/>
              <a:gdLst/>
              <a:ahLst/>
              <a:cxnLst/>
              <a:rect l="l" t="t" r="r" b="b"/>
              <a:pathLst>
                <a:path w="32621" h="13049" extrusionOk="0">
                  <a:moveTo>
                    <a:pt x="19572" y="0"/>
                  </a:moveTo>
                  <a:lnTo>
                    <a:pt x="6524" y="6524"/>
                  </a:lnTo>
                  <a:lnTo>
                    <a:pt x="1" y="6524"/>
                  </a:lnTo>
                  <a:lnTo>
                    <a:pt x="1" y="13048"/>
                  </a:lnTo>
                  <a:lnTo>
                    <a:pt x="32620" y="13048"/>
                  </a:lnTo>
                  <a:lnTo>
                    <a:pt x="32620" y="6524"/>
                  </a:lnTo>
                  <a:lnTo>
                    <a:pt x="19572" y="0"/>
                  </a:lnTo>
                  <a:close/>
                </a:path>
              </a:pathLst>
            </a:custGeom>
            <a:solidFill>
              <a:srgbClr val="794B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15;p35">
              <a:extLst>
                <a:ext uri="{FF2B5EF4-FFF2-40B4-BE49-F238E27FC236}">
                  <a16:creationId xmlns:a16="http://schemas.microsoft.com/office/drawing/2014/main" id="{9D903E4C-F2C6-13DE-A424-70FBA90818BC}"/>
                </a:ext>
              </a:extLst>
            </p:cNvPr>
            <p:cNvSpPr/>
            <p:nvPr/>
          </p:nvSpPr>
          <p:spPr>
            <a:xfrm>
              <a:off x="6283022" y="1962270"/>
              <a:ext cx="1184924" cy="812645"/>
            </a:xfrm>
            <a:custGeom>
              <a:avLst/>
              <a:gdLst/>
              <a:ahLst/>
              <a:cxnLst/>
              <a:rect l="l" t="t" r="r" b="b"/>
              <a:pathLst>
                <a:path w="76103" h="52193" extrusionOk="0">
                  <a:moveTo>
                    <a:pt x="18170" y="1"/>
                  </a:moveTo>
                  <a:cubicBezTo>
                    <a:pt x="6394" y="1"/>
                    <a:pt x="0" y="13766"/>
                    <a:pt x="7601" y="22769"/>
                  </a:cubicBezTo>
                  <a:lnTo>
                    <a:pt x="7601" y="52193"/>
                  </a:lnTo>
                  <a:lnTo>
                    <a:pt x="43483" y="52193"/>
                  </a:lnTo>
                  <a:lnTo>
                    <a:pt x="43483" y="26097"/>
                  </a:lnTo>
                  <a:cubicBezTo>
                    <a:pt x="45473" y="24107"/>
                    <a:pt x="46190" y="21138"/>
                    <a:pt x="45277" y="18464"/>
                  </a:cubicBezTo>
                  <a:lnTo>
                    <a:pt x="43483" y="13049"/>
                  </a:lnTo>
                  <a:lnTo>
                    <a:pt x="43483" y="13049"/>
                  </a:lnTo>
                  <a:lnTo>
                    <a:pt x="50463" y="22378"/>
                  </a:lnTo>
                  <a:lnTo>
                    <a:pt x="55715" y="29359"/>
                  </a:lnTo>
                  <a:lnTo>
                    <a:pt x="76103" y="29359"/>
                  </a:lnTo>
                  <a:lnTo>
                    <a:pt x="60739" y="12103"/>
                  </a:lnTo>
                  <a:lnTo>
                    <a:pt x="53888" y="4372"/>
                  </a:lnTo>
                  <a:cubicBezTo>
                    <a:pt x="51409" y="1599"/>
                    <a:pt x="47886" y="1"/>
                    <a:pt x="44135" y="1"/>
                  </a:cubicBez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16;p35">
              <a:extLst>
                <a:ext uri="{FF2B5EF4-FFF2-40B4-BE49-F238E27FC236}">
                  <a16:creationId xmlns:a16="http://schemas.microsoft.com/office/drawing/2014/main" id="{ACE0096F-D0A8-92E0-2F27-EA38005573DC}"/>
                </a:ext>
              </a:extLst>
            </p:cNvPr>
            <p:cNvSpPr/>
            <p:nvPr/>
          </p:nvSpPr>
          <p:spPr>
            <a:xfrm>
              <a:off x="6283022" y="1962270"/>
              <a:ext cx="945706" cy="812645"/>
            </a:xfrm>
            <a:custGeom>
              <a:avLst/>
              <a:gdLst/>
              <a:ahLst/>
              <a:cxnLst/>
              <a:rect l="l" t="t" r="r" b="b"/>
              <a:pathLst>
                <a:path w="60739" h="52193" extrusionOk="0">
                  <a:moveTo>
                    <a:pt x="18170" y="1"/>
                  </a:moveTo>
                  <a:cubicBezTo>
                    <a:pt x="6394" y="1"/>
                    <a:pt x="0" y="13766"/>
                    <a:pt x="7601" y="22769"/>
                  </a:cubicBezTo>
                  <a:lnTo>
                    <a:pt x="7601" y="52193"/>
                  </a:lnTo>
                  <a:lnTo>
                    <a:pt x="43483" y="52193"/>
                  </a:lnTo>
                  <a:lnTo>
                    <a:pt x="43483" y="26097"/>
                  </a:lnTo>
                  <a:cubicBezTo>
                    <a:pt x="45473" y="24107"/>
                    <a:pt x="46190" y="21138"/>
                    <a:pt x="45277" y="18464"/>
                  </a:cubicBezTo>
                  <a:lnTo>
                    <a:pt x="43483" y="13049"/>
                  </a:lnTo>
                  <a:lnTo>
                    <a:pt x="43483" y="13049"/>
                  </a:lnTo>
                  <a:lnTo>
                    <a:pt x="50463" y="22378"/>
                  </a:lnTo>
                  <a:lnTo>
                    <a:pt x="60739" y="12103"/>
                  </a:lnTo>
                  <a:lnTo>
                    <a:pt x="53888" y="4372"/>
                  </a:lnTo>
                  <a:cubicBezTo>
                    <a:pt x="51409" y="1599"/>
                    <a:pt x="47886" y="1"/>
                    <a:pt x="441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17;p35">
              <a:extLst>
                <a:ext uri="{FF2B5EF4-FFF2-40B4-BE49-F238E27FC236}">
                  <a16:creationId xmlns:a16="http://schemas.microsoft.com/office/drawing/2014/main" id="{29A4FAEE-81ED-9707-538A-941EC1BBB8B0}"/>
                </a:ext>
              </a:extLst>
            </p:cNvPr>
            <p:cNvSpPr/>
            <p:nvPr/>
          </p:nvSpPr>
          <p:spPr>
            <a:xfrm>
              <a:off x="6756880" y="2571742"/>
              <a:ext cx="2387115" cy="203173"/>
            </a:xfrm>
            <a:custGeom>
              <a:avLst/>
              <a:gdLst/>
              <a:ahLst/>
              <a:cxnLst/>
              <a:rect l="l" t="t" r="r" b="b"/>
              <a:pathLst>
                <a:path w="153315" h="13049" extrusionOk="0">
                  <a:moveTo>
                    <a:pt x="1" y="1"/>
                  </a:moveTo>
                  <a:lnTo>
                    <a:pt x="1" y="13049"/>
                  </a:lnTo>
                  <a:lnTo>
                    <a:pt x="153314" y="13049"/>
                  </a:lnTo>
                  <a:lnTo>
                    <a:pt x="1533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18;p35">
              <a:extLst>
                <a:ext uri="{FF2B5EF4-FFF2-40B4-BE49-F238E27FC236}">
                  <a16:creationId xmlns:a16="http://schemas.microsoft.com/office/drawing/2014/main" id="{B99B32EE-FAFF-3AB9-166D-627C75D23FBC}"/>
                </a:ext>
              </a:extLst>
            </p:cNvPr>
            <p:cNvSpPr/>
            <p:nvPr/>
          </p:nvSpPr>
          <p:spPr>
            <a:xfrm>
              <a:off x="6381051" y="2302942"/>
              <a:ext cx="141718" cy="131302"/>
            </a:xfrm>
            <a:custGeom>
              <a:avLst/>
              <a:gdLst/>
              <a:ahLst/>
              <a:cxnLst/>
              <a:rect l="l" t="t" r="r" b="b"/>
              <a:pathLst>
                <a:path w="9102" h="8433" extrusionOk="0">
                  <a:moveTo>
                    <a:pt x="3605" y="1"/>
                  </a:moveTo>
                  <a:cubicBezTo>
                    <a:pt x="2773" y="1"/>
                    <a:pt x="1941" y="319"/>
                    <a:pt x="1305" y="955"/>
                  </a:cubicBezTo>
                  <a:cubicBezTo>
                    <a:pt x="0" y="2227"/>
                    <a:pt x="0" y="4282"/>
                    <a:pt x="1305" y="5554"/>
                  </a:cubicBezTo>
                  <a:lnTo>
                    <a:pt x="3197" y="7479"/>
                  </a:lnTo>
                  <a:cubicBezTo>
                    <a:pt x="3833" y="8115"/>
                    <a:pt x="4665" y="8433"/>
                    <a:pt x="5501" y="8433"/>
                  </a:cubicBezTo>
                  <a:cubicBezTo>
                    <a:pt x="6337" y="8433"/>
                    <a:pt x="7176" y="8115"/>
                    <a:pt x="7829" y="7479"/>
                  </a:cubicBezTo>
                  <a:cubicBezTo>
                    <a:pt x="9101" y="6206"/>
                    <a:pt x="9101" y="4151"/>
                    <a:pt x="7829" y="2847"/>
                  </a:cubicBezTo>
                  <a:lnTo>
                    <a:pt x="5904" y="955"/>
                  </a:lnTo>
                  <a:cubicBezTo>
                    <a:pt x="5268" y="319"/>
                    <a:pt x="4436" y="1"/>
                    <a:pt x="3605" y="1"/>
                  </a:cubicBezTo>
                  <a:close/>
                </a:path>
              </a:pathLst>
            </a:custGeom>
            <a:solidFill>
              <a:srgbClr val="B394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19;p35">
              <a:extLst>
                <a:ext uri="{FF2B5EF4-FFF2-40B4-BE49-F238E27FC236}">
                  <a16:creationId xmlns:a16="http://schemas.microsoft.com/office/drawing/2014/main" id="{CFAD05AD-F38B-43C0-867F-9AC07A9C26EB}"/>
                </a:ext>
              </a:extLst>
            </p:cNvPr>
            <p:cNvSpPr/>
            <p:nvPr/>
          </p:nvSpPr>
          <p:spPr>
            <a:xfrm>
              <a:off x="6498371" y="2115152"/>
              <a:ext cx="176766" cy="166724"/>
            </a:xfrm>
            <a:custGeom>
              <a:avLst/>
              <a:gdLst/>
              <a:ahLst/>
              <a:cxnLst/>
              <a:rect l="l" t="t" r="r" b="b"/>
              <a:pathLst>
                <a:path w="11353" h="10708" extrusionOk="0">
                  <a:moveTo>
                    <a:pt x="3601" y="0"/>
                  </a:moveTo>
                  <a:cubicBezTo>
                    <a:pt x="2765" y="0"/>
                    <a:pt x="1925" y="327"/>
                    <a:pt x="1272" y="979"/>
                  </a:cubicBezTo>
                  <a:cubicBezTo>
                    <a:pt x="0" y="2251"/>
                    <a:pt x="0" y="4306"/>
                    <a:pt x="1272" y="5578"/>
                  </a:cubicBezTo>
                  <a:lnTo>
                    <a:pt x="5448" y="9754"/>
                  </a:lnTo>
                  <a:cubicBezTo>
                    <a:pt x="6084" y="10390"/>
                    <a:pt x="6916" y="10708"/>
                    <a:pt x="7752" y="10708"/>
                  </a:cubicBezTo>
                  <a:cubicBezTo>
                    <a:pt x="8587" y="10708"/>
                    <a:pt x="9427" y="10390"/>
                    <a:pt x="10080" y="9754"/>
                  </a:cubicBezTo>
                  <a:cubicBezTo>
                    <a:pt x="11352" y="8481"/>
                    <a:pt x="11352" y="6426"/>
                    <a:pt x="10080" y="5122"/>
                  </a:cubicBezTo>
                  <a:lnTo>
                    <a:pt x="5904" y="979"/>
                  </a:lnTo>
                  <a:cubicBezTo>
                    <a:pt x="5268" y="327"/>
                    <a:pt x="4437" y="0"/>
                    <a:pt x="3601" y="0"/>
                  </a:cubicBezTo>
                  <a:close/>
                </a:path>
              </a:pathLst>
            </a:custGeom>
            <a:solidFill>
              <a:srgbClr val="B394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20;p35">
              <a:extLst>
                <a:ext uri="{FF2B5EF4-FFF2-40B4-BE49-F238E27FC236}">
                  <a16:creationId xmlns:a16="http://schemas.microsoft.com/office/drawing/2014/main" id="{DE0F5B83-A9E8-95ED-1FDC-259882A68984}"/>
                </a:ext>
              </a:extLst>
            </p:cNvPr>
            <p:cNvSpPr/>
            <p:nvPr/>
          </p:nvSpPr>
          <p:spPr>
            <a:xfrm>
              <a:off x="6655301" y="1809902"/>
              <a:ext cx="203173" cy="304752"/>
            </a:xfrm>
            <a:custGeom>
              <a:avLst/>
              <a:gdLst/>
              <a:ahLst/>
              <a:cxnLst/>
              <a:rect l="l" t="t" r="r" b="b"/>
              <a:pathLst>
                <a:path w="13049" h="19573" extrusionOk="0">
                  <a:moveTo>
                    <a:pt x="1" y="1"/>
                  </a:moveTo>
                  <a:lnTo>
                    <a:pt x="1" y="13049"/>
                  </a:lnTo>
                  <a:lnTo>
                    <a:pt x="6525" y="19573"/>
                  </a:lnTo>
                  <a:lnTo>
                    <a:pt x="13049" y="13049"/>
                  </a:lnTo>
                  <a:lnTo>
                    <a:pt x="13049" y="1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21;p35">
              <a:extLst>
                <a:ext uri="{FF2B5EF4-FFF2-40B4-BE49-F238E27FC236}">
                  <a16:creationId xmlns:a16="http://schemas.microsoft.com/office/drawing/2014/main" id="{79841045-7E29-AC14-960B-117A18A3AE57}"/>
                </a:ext>
              </a:extLst>
            </p:cNvPr>
            <p:cNvSpPr/>
            <p:nvPr/>
          </p:nvSpPr>
          <p:spPr>
            <a:xfrm>
              <a:off x="6502933" y="2267006"/>
              <a:ext cx="761856" cy="304752"/>
            </a:xfrm>
            <a:custGeom>
              <a:avLst/>
              <a:gdLst/>
              <a:ahLst/>
              <a:cxnLst/>
              <a:rect l="l" t="t" r="r" b="b"/>
              <a:pathLst>
                <a:path w="48931" h="19573" extrusionOk="0">
                  <a:moveTo>
                    <a:pt x="9787" y="1"/>
                  </a:moveTo>
                  <a:lnTo>
                    <a:pt x="1" y="9787"/>
                  </a:lnTo>
                  <a:lnTo>
                    <a:pt x="5970" y="15756"/>
                  </a:lnTo>
                  <a:cubicBezTo>
                    <a:pt x="8417" y="18203"/>
                    <a:pt x="11744" y="19573"/>
                    <a:pt x="15202" y="19573"/>
                  </a:cubicBezTo>
                  <a:lnTo>
                    <a:pt x="48931" y="19573"/>
                  </a:lnTo>
                  <a:lnTo>
                    <a:pt x="48931" y="16311"/>
                  </a:lnTo>
                  <a:cubicBezTo>
                    <a:pt x="48931" y="10896"/>
                    <a:pt x="44560" y="6525"/>
                    <a:pt x="39145" y="6525"/>
                  </a:cubicBezTo>
                  <a:lnTo>
                    <a:pt x="16311" y="6525"/>
                  </a:lnTo>
                  <a:lnTo>
                    <a:pt x="9787" y="1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22;p35">
              <a:extLst>
                <a:ext uri="{FF2B5EF4-FFF2-40B4-BE49-F238E27FC236}">
                  <a16:creationId xmlns:a16="http://schemas.microsoft.com/office/drawing/2014/main" id="{84E1D809-2164-2645-A071-9749C573FE23}"/>
                </a:ext>
              </a:extLst>
            </p:cNvPr>
            <p:cNvSpPr/>
            <p:nvPr/>
          </p:nvSpPr>
          <p:spPr>
            <a:xfrm>
              <a:off x="7518720" y="2063849"/>
              <a:ext cx="457120" cy="507909"/>
            </a:xfrm>
            <a:custGeom>
              <a:avLst/>
              <a:gdLst/>
              <a:ahLst/>
              <a:cxnLst/>
              <a:rect l="l" t="t" r="r" b="b"/>
              <a:pathLst>
                <a:path w="29359" h="32621" extrusionOk="0">
                  <a:moveTo>
                    <a:pt x="6525" y="1"/>
                  </a:moveTo>
                  <a:lnTo>
                    <a:pt x="1" y="32621"/>
                  </a:lnTo>
                  <a:lnTo>
                    <a:pt x="22835" y="32621"/>
                  </a:lnTo>
                  <a:lnTo>
                    <a:pt x="29358" y="1"/>
                  </a:lnTo>
                  <a:close/>
                </a:path>
              </a:pathLst>
            </a:custGeom>
            <a:solidFill>
              <a:srgbClr val="6279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23;p35">
              <a:extLst>
                <a:ext uri="{FF2B5EF4-FFF2-40B4-BE49-F238E27FC236}">
                  <a16:creationId xmlns:a16="http://schemas.microsoft.com/office/drawing/2014/main" id="{9EF832E8-AB5E-F559-70EC-1A7AE8EE23C8}"/>
                </a:ext>
              </a:extLst>
            </p:cNvPr>
            <p:cNvSpPr/>
            <p:nvPr/>
          </p:nvSpPr>
          <p:spPr>
            <a:xfrm>
              <a:off x="6401354" y="2774900"/>
              <a:ext cx="1523696" cy="1168170"/>
            </a:xfrm>
            <a:custGeom>
              <a:avLst/>
              <a:gdLst/>
              <a:ahLst/>
              <a:cxnLst/>
              <a:rect l="l" t="t" r="r" b="b"/>
              <a:pathLst>
                <a:path w="97861" h="75027" extrusionOk="0">
                  <a:moveTo>
                    <a:pt x="1" y="1"/>
                  </a:moveTo>
                  <a:cubicBezTo>
                    <a:pt x="1" y="10798"/>
                    <a:pt x="8776" y="19572"/>
                    <a:pt x="19573" y="19572"/>
                  </a:cubicBezTo>
                  <a:lnTo>
                    <a:pt x="65241" y="19572"/>
                  </a:lnTo>
                  <a:lnTo>
                    <a:pt x="84813" y="75026"/>
                  </a:lnTo>
                  <a:lnTo>
                    <a:pt x="97861" y="68502"/>
                  </a:lnTo>
                  <a:lnTo>
                    <a:pt x="83932" y="10015"/>
                  </a:lnTo>
                  <a:cubicBezTo>
                    <a:pt x="82529" y="4143"/>
                    <a:pt x="77277" y="1"/>
                    <a:pt x="7124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24;p35">
              <a:extLst>
                <a:ext uri="{FF2B5EF4-FFF2-40B4-BE49-F238E27FC236}">
                  <a16:creationId xmlns:a16="http://schemas.microsoft.com/office/drawing/2014/main" id="{B72D120E-441E-7919-6613-A21037E45F8D}"/>
                </a:ext>
              </a:extLst>
            </p:cNvPr>
            <p:cNvSpPr/>
            <p:nvPr/>
          </p:nvSpPr>
          <p:spPr>
            <a:xfrm>
              <a:off x="7721877" y="3841476"/>
              <a:ext cx="406330" cy="203173"/>
            </a:xfrm>
            <a:custGeom>
              <a:avLst/>
              <a:gdLst/>
              <a:ahLst/>
              <a:cxnLst/>
              <a:rect l="l" t="t" r="r" b="b"/>
              <a:pathLst>
                <a:path w="26097" h="13049" extrusionOk="0">
                  <a:moveTo>
                    <a:pt x="13049" y="0"/>
                  </a:moveTo>
                  <a:lnTo>
                    <a:pt x="1" y="6524"/>
                  </a:lnTo>
                  <a:lnTo>
                    <a:pt x="1" y="13048"/>
                  </a:lnTo>
                  <a:lnTo>
                    <a:pt x="26096" y="13048"/>
                  </a:lnTo>
                  <a:lnTo>
                    <a:pt x="26096" y="6524"/>
                  </a:lnTo>
                  <a:lnTo>
                    <a:pt x="130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25;p35">
              <a:extLst>
                <a:ext uri="{FF2B5EF4-FFF2-40B4-BE49-F238E27FC236}">
                  <a16:creationId xmlns:a16="http://schemas.microsoft.com/office/drawing/2014/main" id="{ABF69FE9-A832-F28B-6620-2266307BF4BB}"/>
                </a:ext>
              </a:extLst>
            </p:cNvPr>
            <p:cNvSpPr/>
            <p:nvPr/>
          </p:nvSpPr>
          <p:spPr>
            <a:xfrm>
              <a:off x="8128192" y="1555955"/>
              <a:ext cx="1015802" cy="660277"/>
            </a:xfrm>
            <a:custGeom>
              <a:avLst/>
              <a:gdLst/>
              <a:ahLst/>
              <a:cxnLst/>
              <a:rect l="l" t="t" r="r" b="b"/>
              <a:pathLst>
                <a:path w="65241" h="42407" extrusionOk="0">
                  <a:moveTo>
                    <a:pt x="0" y="1"/>
                  </a:moveTo>
                  <a:lnTo>
                    <a:pt x="0" y="42407"/>
                  </a:lnTo>
                  <a:lnTo>
                    <a:pt x="65240" y="42407"/>
                  </a:lnTo>
                  <a:lnTo>
                    <a:pt x="65240" y="1"/>
                  </a:lnTo>
                  <a:close/>
                </a:path>
              </a:pathLst>
            </a:custGeom>
            <a:solidFill>
              <a:srgbClr val="8098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26;p35">
              <a:extLst>
                <a:ext uri="{FF2B5EF4-FFF2-40B4-BE49-F238E27FC236}">
                  <a16:creationId xmlns:a16="http://schemas.microsoft.com/office/drawing/2014/main" id="{3BA735A0-F133-ABBB-AAB7-E1D7F9DACE70}"/>
                </a:ext>
              </a:extLst>
            </p:cNvPr>
            <p:cNvSpPr/>
            <p:nvPr/>
          </p:nvSpPr>
          <p:spPr>
            <a:xfrm>
              <a:off x="8178981" y="1962270"/>
              <a:ext cx="609488" cy="609488"/>
            </a:xfrm>
            <a:custGeom>
              <a:avLst/>
              <a:gdLst/>
              <a:ahLst/>
              <a:cxnLst/>
              <a:rect l="l" t="t" r="r" b="b"/>
              <a:pathLst>
                <a:path w="39145" h="39145" extrusionOk="0">
                  <a:moveTo>
                    <a:pt x="22834" y="1"/>
                  </a:moveTo>
                  <a:lnTo>
                    <a:pt x="22834" y="29359"/>
                  </a:lnTo>
                  <a:lnTo>
                    <a:pt x="0" y="29359"/>
                  </a:lnTo>
                  <a:lnTo>
                    <a:pt x="0" y="39145"/>
                  </a:lnTo>
                  <a:lnTo>
                    <a:pt x="39144" y="39145"/>
                  </a:lnTo>
                  <a:lnTo>
                    <a:pt x="39144" y="1"/>
                  </a:lnTo>
                  <a:close/>
                </a:path>
              </a:pathLst>
            </a:custGeom>
            <a:solidFill>
              <a:srgbClr val="6279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27;p35">
              <a:extLst>
                <a:ext uri="{FF2B5EF4-FFF2-40B4-BE49-F238E27FC236}">
                  <a16:creationId xmlns:a16="http://schemas.microsoft.com/office/drawing/2014/main" id="{BFAE2E83-1F40-C974-5886-3327E28EE42B}"/>
                </a:ext>
              </a:extLst>
            </p:cNvPr>
            <p:cNvSpPr/>
            <p:nvPr/>
          </p:nvSpPr>
          <p:spPr>
            <a:xfrm>
              <a:off x="8483717" y="2774900"/>
              <a:ext cx="406330" cy="203173"/>
            </a:xfrm>
            <a:custGeom>
              <a:avLst/>
              <a:gdLst/>
              <a:ahLst/>
              <a:cxnLst/>
              <a:rect l="l" t="t" r="r" b="b"/>
              <a:pathLst>
                <a:path w="26097" h="13049" extrusionOk="0">
                  <a:moveTo>
                    <a:pt x="0" y="1"/>
                  </a:moveTo>
                  <a:lnTo>
                    <a:pt x="0" y="13048"/>
                  </a:lnTo>
                  <a:lnTo>
                    <a:pt x="26096" y="13048"/>
                  </a:lnTo>
                  <a:lnTo>
                    <a:pt x="260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28;p35">
              <a:extLst>
                <a:ext uri="{FF2B5EF4-FFF2-40B4-BE49-F238E27FC236}">
                  <a16:creationId xmlns:a16="http://schemas.microsoft.com/office/drawing/2014/main" id="{D7223C23-4AE7-1A81-3D9B-FFFA4D5D16EE}"/>
                </a:ext>
              </a:extLst>
            </p:cNvPr>
            <p:cNvSpPr/>
            <p:nvPr/>
          </p:nvSpPr>
          <p:spPr>
            <a:xfrm>
              <a:off x="8636085" y="2774900"/>
              <a:ext cx="101594" cy="203173"/>
            </a:xfrm>
            <a:custGeom>
              <a:avLst/>
              <a:gdLst/>
              <a:ahLst/>
              <a:cxnLst/>
              <a:rect l="l" t="t" r="r" b="b"/>
              <a:pathLst>
                <a:path w="6525" h="13049" extrusionOk="0">
                  <a:moveTo>
                    <a:pt x="0" y="1"/>
                  </a:moveTo>
                  <a:lnTo>
                    <a:pt x="0" y="13048"/>
                  </a:lnTo>
                  <a:lnTo>
                    <a:pt x="6524" y="13048"/>
                  </a:lnTo>
                  <a:lnTo>
                    <a:pt x="652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29;p35">
              <a:extLst>
                <a:ext uri="{FF2B5EF4-FFF2-40B4-BE49-F238E27FC236}">
                  <a16:creationId xmlns:a16="http://schemas.microsoft.com/office/drawing/2014/main" id="{448ADE56-89E7-0BAA-BF5C-2399FAB4C607}"/>
                </a:ext>
              </a:extLst>
            </p:cNvPr>
            <p:cNvSpPr/>
            <p:nvPr/>
          </p:nvSpPr>
          <p:spPr>
            <a:xfrm>
              <a:off x="8331349" y="2978057"/>
              <a:ext cx="355541" cy="1066592"/>
            </a:xfrm>
            <a:custGeom>
              <a:avLst/>
              <a:gdLst/>
              <a:ahLst/>
              <a:cxnLst/>
              <a:rect l="l" t="t" r="r" b="b"/>
              <a:pathLst>
                <a:path w="22835" h="68503" extrusionOk="0">
                  <a:moveTo>
                    <a:pt x="9786" y="0"/>
                  </a:moveTo>
                  <a:lnTo>
                    <a:pt x="0" y="68502"/>
                  </a:lnTo>
                  <a:lnTo>
                    <a:pt x="9786" y="68502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30;p35">
              <a:extLst>
                <a:ext uri="{FF2B5EF4-FFF2-40B4-BE49-F238E27FC236}">
                  <a16:creationId xmlns:a16="http://schemas.microsoft.com/office/drawing/2014/main" id="{5DCC1AE9-542E-B859-AF0C-A4CADD260B3D}"/>
                </a:ext>
              </a:extLst>
            </p:cNvPr>
            <p:cNvSpPr/>
            <p:nvPr/>
          </p:nvSpPr>
          <p:spPr>
            <a:xfrm>
              <a:off x="8686875" y="2978057"/>
              <a:ext cx="355541" cy="1066592"/>
            </a:xfrm>
            <a:custGeom>
              <a:avLst/>
              <a:gdLst/>
              <a:ahLst/>
              <a:cxnLst/>
              <a:rect l="l" t="t" r="r" b="b"/>
              <a:pathLst>
                <a:path w="22835" h="68503" extrusionOk="0">
                  <a:moveTo>
                    <a:pt x="0" y="0"/>
                  </a:moveTo>
                  <a:lnTo>
                    <a:pt x="13048" y="68502"/>
                  </a:lnTo>
                  <a:lnTo>
                    <a:pt x="22834" y="68502"/>
                  </a:lnTo>
                  <a:lnTo>
                    <a:pt x="13048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31;p35">
              <a:extLst>
                <a:ext uri="{FF2B5EF4-FFF2-40B4-BE49-F238E27FC236}">
                  <a16:creationId xmlns:a16="http://schemas.microsoft.com/office/drawing/2014/main" id="{860F2FE4-5FA8-4FA0-8D27-20C056543E62}"/>
                </a:ext>
              </a:extLst>
            </p:cNvPr>
            <p:cNvSpPr/>
            <p:nvPr/>
          </p:nvSpPr>
          <p:spPr>
            <a:xfrm>
              <a:off x="6960037" y="2774900"/>
              <a:ext cx="406330" cy="203173"/>
            </a:xfrm>
            <a:custGeom>
              <a:avLst/>
              <a:gdLst/>
              <a:ahLst/>
              <a:cxnLst/>
              <a:rect l="l" t="t" r="r" b="b"/>
              <a:pathLst>
                <a:path w="26097" h="13049" extrusionOk="0">
                  <a:moveTo>
                    <a:pt x="1" y="1"/>
                  </a:moveTo>
                  <a:lnTo>
                    <a:pt x="1" y="13048"/>
                  </a:lnTo>
                  <a:lnTo>
                    <a:pt x="26097" y="13048"/>
                  </a:lnTo>
                  <a:lnTo>
                    <a:pt x="2609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32;p35">
              <a:extLst>
                <a:ext uri="{FF2B5EF4-FFF2-40B4-BE49-F238E27FC236}">
                  <a16:creationId xmlns:a16="http://schemas.microsoft.com/office/drawing/2014/main" id="{97AA4E08-21D3-6E11-886B-8810A83B30B8}"/>
                </a:ext>
              </a:extLst>
            </p:cNvPr>
            <p:cNvSpPr/>
            <p:nvPr/>
          </p:nvSpPr>
          <p:spPr>
            <a:xfrm>
              <a:off x="7112405" y="2774900"/>
              <a:ext cx="101594" cy="203173"/>
            </a:xfrm>
            <a:custGeom>
              <a:avLst/>
              <a:gdLst/>
              <a:ahLst/>
              <a:cxnLst/>
              <a:rect l="l" t="t" r="r" b="b"/>
              <a:pathLst>
                <a:path w="6525" h="13049" extrusionOk="0">
                  <a:moveTo>
                    <a:pt x="1" y="1"/>
                  </a:moveTo>
                  <a:lnTo>
                    <a:pt x="1" y="13048"/>
                  </a:lnTo>
                  <a:lnTo>
                    <a:pt x="6525" y="13048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33;p35">
              <a:extLst>
                <a:ext uri="{FF2B5EF4-FFF2-40B4-BE49-F238E27FC236}">
                  <a16:creationId xmlns:a16="http://schemas.microsoft.com/office/drawing/2014/main" id="{5E6668C0-4A0D-60A6-B6FC-40BEECDEA05A}"/>
                </a:ext>
              </a:extLst>
            </p:cNvPr>
            <p:cNvSpPr/>
            <p:nvPr/>
          </p:nvSpPr>
          <p:spPr>
            <a:xfrm>
              <a:off x="6807669" y="2978057"/>
              <a:ext cx="355541" cy="1066592"/>
            </a:xfrm>
            <a:custGeom>
              <a:avLst/>
              <a:gdLst/>
              <a:ahLst/>
              <a:cxnLst/>
              <a:rect l="l" t="t" r="r" b="b"/>
              <a:pathLst>
                <a:path w="22835" h="68503" extrusionOk="0">
                  <a:moveTo>
                    <a:pt x="9787" y="0"/>
                  </a:moveTo>
                  <a:lnTo>
                    <a:pt x="1" y="68502"/>
                  </a:lnTo>
                  <a:lnTo>
                    <a:pt x="9787" y="68502"/>
                  </a:lnTo>
                  <a:lnTo>
                    <a:pt x="22835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34;p35">
              <a:extLst>
                <a:ext uri="{FF2B5EF4-FFF2-40B4-BE49-F238E27FC236}">
                  <a16:creationId xmlns:a16="http://schemas.microsoft.com/office/drawing/2014/main" id="{C3995598-392F-911B-3367-72C562788779}"/>
                </a:ext>
              </a:extLst>
            </p:cNvPr>
            <p:cNvSpPr/>
            <p:nvPr/>
          </p:nvSpPr>
          <p:spPr>
            <a:xfrm>
              <a:off x="7163194" y="2978057"/>
              <a:ext cx="355541" cy="1066592"/>
            </a:xfrm>
            <a:custGeom>
              <a:avLst/>
              <a:gdLst/>
              <a:ahLst/>
              <a:cxnLst/>
              <a:rect l="l" t="t" r="r" b="b"/>
              <a:pathLst>
                <a:path w="22835" h="68503" extrusionOk="0">
                  <a:moveTo>
                    <a:pt x="1" y="0"/>
                  </a:moveTo>
                  <a:lnTo>
                    <a:pt x="13049" y="68502"/>
                  </a:lnTo>
                  <a:lnTo>
                    <a:pt x="22835" y="68502"/>
                  </a:lnTo>
                  <a:lnTo>
                    <a:pt x="13049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35;p35">
              <a:extLst>
                <a:ext uri="{FF2B5EF4-FFF2-40B4-BE49-F238E27FC236}">
                  <a16:creationId xmlns:a16="http://schemas.microsoft.com/office/drawing/2014/main" id="{77400CAD-54B9-316E-1463-D4BA6D249860}"/>
                </a:ext>
              </a:extLst>
            </p:cNvPr>
            <p:cNvSpPr/>
            <p:nvPr/>
          </p:nvSpPr>
          <p:spPr>
            <a:xfrm>
              <a:off x="6706090" y="1809902"/>
              <a:ext cx="152384" cy="203173"/>
            </a:xfrm>
            <a:custGeom>
              <a:avLst/>
              <a:gdLst/>
              <a:ahLst/>
              <a:cxnLst/>
              <a:rect l="l" t="t" r="r" b="b"/>
              <a:pathLst>
                <a:path w="9787" h="13049" extrusionOk="0">
                  <a:moveTo>
                    <a:pt x="1" y="1"/>
                  </a:moveTo>
                  <a:lnTo>
                    <a:pt x="1" y="6525"/>
                  </a:lnTo>
                  <a:cubicBezTo>
                    <a:pt x="1" y="10113"/>
                    <a:pt x="2937" y="13049"/>
                    <a:pt x="6525" y="13049"/>
                  </a:cubicBezTo>
                  <a:lnTo>
                    <a:pt x="9787" y="13049"/>
                  </a:lnTo>
                  <a:lnTo>
                    <a:pt x="9787" y="1"/>
                  </a:lnTo>
                  <a:close/>
                </a:path>
              </a:pathLst>
            </a:custGeom>
            <a:solidFill>
              <a:srgbClr val="D5A6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36;p35">
              <a:extLst>
                <a:ext uri="{FF2B5EF4-FFF2-40B4-BE49-F238E27FC236}">
                  <a16:creationId xmlns:a16="http://schemas.microsoft.com/office/drawing/2014/main" id="{8B6D393C-65E9-9FB2-47BC-AE3EA1E1E6DE}"/>
                </a:ext>
              </a:extLst>
            </p:cNvPr>
            <p:cNvSpPr/>
            <p:nvPr/>
          </p:nvSpPr>
          <p:spPr>
            <a:xfrm>
              <a:off x="6502933" y="1505166"/>
              <a:ext cx="304752" cy="304752"/>
            </a:xfrm>
            <a:custGeom>
              <a:avLst/>
              <a:gdLst/>
              <a:ahLst/>
              <a:cxnLst/>
              <a:rect l="l" t="t" r="r" b="b"/>
              <a:pathLst>
                <a:path w="19573" h="19573" extrusionOk="0">
                  <a:moveTo>
                    <a:pt x="9787" y="1"/>
                  </a:moveTo>
                  <a:cubicBezTo>
                    <a:pt x="4372" y="1"/>
                    <a:pt x="1" y="4372"/>
                    <a:pt x="1" y="9787"/>
                  </a:cubicBezTo>
                  <a:cubicBezTo>
                    <a:pt x="1" y="15202"/>
                    <a:pt x="4372" y="19573"/>
                    <a:pt x="9787" y="19573"/>
                  </a:cubicBezTo>
                  <a:cubicBezTo>
                    <a:pt x="15202" y="19573"/>
                    <a:pt x="19573" y="15202"/>
                    <a:pt x="19573" y="9787"/>
                  </a:cubicBezTo>
                  <a:cubicBezTo>
                    <a:pt x="19573" y="4372"/>
                    <a:pt x="15202" y="1"/>
                    <a:pt x="9787" y="1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37;p35">
              <a:extLst>
                <a:ext uri="{FF2B5EF4-FFF2-40B4-BE49-F238E27FC236}">
                  <a16:creationId xmlns:a16="http://schemas.microsoft.com/office/drawing/2014/main" id="{DDB6BE42-4D09-0E90-00EA-7F09481F4F42}"/>
                </a:ext>
              </a:extLst>
            </p:cNvPr>
            <p:cNvSpPr/>
            <p:nvPr/>
          </p:nvSpPr>
          <p:spPr>
            <a:xfrm>
              <a:off x="6655301" y="1606745"/>
              <a:ext cx="203173" cy="203173"/>
            </a:xfrm>
            <a:custGeom>
              <a:avLst/>
              <a:gdLst/>
              <a:ahLst/>
              <a:cxnLst/>
              <a:rect l="l" t="t" r="r" b="b"/>
              <a:pathLst>
                <a:path w="13049" h="13049" extrusionOk="0">
                  <a:moveTo>
                    <a:pt x="6525" y="1"/>
                  </a:moveTo>
                  <a:cubicBezTo>
                    <a:pt x="2937" y="1"/>
                    <a:pt x="1" y="2937"/>
                    <a:pt x="1" y="6525"/>
                  </a:cubicBezTo>
                  <a:lnTo>
                    <a:pt x="1" y="13049"/>
                  </a:lnTo>
                  <a:lnTo>
                    <a:pt x="13049" y="13049"/>
                  </a:lnTo>
                  <a:lnTo>
                    <a:pt x="13049" y="6525"/>
                  </a:lnTo>
                  <a:cubicBezTo>
                    <a:pt x="13049" y="2937"/>
                    <a:pt x="10113" y="1"/>
                    <a:pt x="6525" y="1"/>
                  </a:cubicBezTo>
                  <a:close/>
                </a:path>
              </a:pathLst>
            </a:custGeom>
            <a:solidFill>
              <a:srgbClr val="8E7C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38;p35">
              <a:extLst>
                <a:ext uri="{FF2B5EF4-FFF2-40B4-BE49-F238E27FC236}">
                  <a16:creationId xmlns:a16="http://schemas.microsoft.com/office/drawing/2014/main" id="{BEB58FC0-6A5B-6395-62DB-9AAB874BDC73}"/>
                </a:ext>
              </a:extLst>
            </p:cNvPr>
            <p:cNvSpPr/>
            <p:nvPr/>
          </p:nvSpPr>
          <p:spPr>
            <a:xfrm>
              <a:off x="6655301" y="1708323"/>
              <a:ext cx="203173" cy="253962"/>
            </a:xfrm>
            <a:custGeom>
              <a:avLst/>
              <a:gdLst/>
              <a:ahLst/>
              <a:cxnLst/>
              <a:rect l="l" t="t" r="r" b="b"/>
              <a:pathLst>
                <a:path w="13049" h="16311" extrusionOk="0">
                  <a:moveTo>
                    <a:pt x="3263" y="1"/>
                  </a:moveTo>
                  <a:lnTo>
                    <a:pt x="1" y="3263"/>
                  </a:lnTo>
                  <a:lnTo>
                    <a:pt x="1" y="9787"/>
                  </a:lnTo>
                  <a:cubicBezTo>
                    <a:pt x="1" y="13375"/>
                    <a:pt x="2937" y="16311"/>
                    <a:pt x="6525" y="16311"/>
                  </a:cubicBezTo>
                  <a:cubicBezTo>
                    <a:pt x="10113" y="16311"/>
                    <a:pt x="13049" y="13375"/>
                    <a:pt x="13049" y="9787"/>
                  </a:cubicBezTo>
                  <a:lnTo>
                    <a:pt x="13049" y="3263"/>
                  </a:lnTo>
                  <a:lnTo>
                    <a:pt x="11124" y="3263"/>
                  </a:lnTo>
                  <a:cubicBezTo>
                    <a:pt x="8188" y="3263"/>
                    <a:pt x="5350" y="2088"/>
                    <a:pt x="3263" y="1"/>
                  </a:cubicBez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273932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585">
          <a:extLst>
            <a:ext uri="{FF2B5EF4-FFF2-40B4-BE49-F238E27FC236}">
              <a16:creationId xmlns:a16="http://schemas.microsoft.com/office/drawing/2014/main" id="{49B968B8-70C1-634A-AD90-8632EC7C1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62">
            <a:extLst>
              <a:ext uri="{FF2B5EF4-FFF2-40B4-BE49-F238E27FC236}">
                <a16:creationId xmlns:a16="http://schemas.microsoft.com/office/drawing/2014/main" id="{B8328276-FFED-9A65-A8F2-B269C86005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Практичан део - Увод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F203A9-24B6-6842-C8F6-97F887F209D7}"/>
              </a:ext>
            </a:extLst>
          </p:cNvPr>
          <p:cNvSpPr txBox="1"/>
          <p:nvPr/>
        </p:nvSpPr>
        <p:spPr>
          <a:xfrm>
            <a:off x="527321" y="1630213"/>
            <a:ext cx="7768086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chemeClr val="tx1"/>
                </a:solidFill>
              </a:rPr>
              <a:t>Написати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програм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развијен</a:t>
            </a:r>
            <a:r>
              <a:rPr lang="en-US">
                <a:solidFill>
                  <a:schemeClr val="tx1"/>
                </a:solidFill>
              </a:rPr>
              <a:t> у </a:t>
            </a:r>
            <a:r>
              <a:rPr lang="en-US" i="1">
                <a:solidFill>
                  <a:schemeClr val="tx1"/>
                </a:solidFill>
              </a:rPr>
              <a:t>"Zephyr"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оперативном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систему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err="1">
                <a:solidFill>
                  <a:schemeClr val="tx1"/>
                </a:solidFill>
              </a:rPr>
              <a:t>који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мери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унутрашњу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температуру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микоконтролерске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плоче</a:t>
            </a:r>
            <a:r>
              <a:rPr lang="en-US">
                <a:solidFill>
                  <a:schemeClr val="tx1"/>
                </a:solidFill>
              </a:rPr>
              <a:t> и </a:t>
            </a:r>
            <a:r>
              <a:rPr lang="en-US" err="1">
                <a:solidFill>
                  <a:schemeClr val="tx1"/>
                </a:solidFill>
              </a:rPr>
              <a:t>након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испуњења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услова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сигнализира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активирање</a:t>
            </a:r>
            <a:r>
              <a:rPr lang="en-US">
                <a:solidFill>
                  <a:schemeClr val="tx1"/>
                </a:solidFill>
              </a:rPr>
              <a:t> ЛЕД </a:t>
            </a:r>
            <a:r>
              <a:rPr lang="en-US" err="1">
                <a:solidFill>
                  <a:schemeClr val="tx1"/>
                </a:solidFill>
              </a:rPr>
              <a:t>диоде</a:t>
            </a:r>
            <a:r>
              <a:rPr lang="en-US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09E43D-5DC1-E9A6-5F39-7EC553CBE213}"/>
              </a:ext>
            </a:extLst>
          </p:cNvPr>
          <p:cNvSpPr txBox="1"/>
          <p:nvPr/>
        </p:nvSpPr>
        <p:spPr>
          <a:xfrm>
            <a:off x="523114" y="2874365"/>
            <a:ext cx="74295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chemeClr val="tx1"/>
                </a:solidFill>
              </a:rPr>
              <a:t>На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следећим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слајдовима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биће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приказано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опис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функција</a:t>
            </a:r>
            <a:r>
              <a:rPr lang="en-US">
                <a:solidFill>
                  <a:schemeClr val="tx1"/>
                </a:solidFill>
              </a:rPr>
              <a:t> и </a:t>
            </a:r>
            <a:r>
              <a:rPr lang="en-US" err="1">
                <a:solidFill>
                  <a:schemeClr val="tx1"/>
                </a:solidFill>
              </a:rPr>
              <a:t>ток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програма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као</a:t>
            </a:r>
            <a:r>
              <a:rPr lang="en-US">
                <a:solidFill>
                  <a:schemeClr val="tx1"/>
                </a:solidFill>
              </a:rPr>
              <a:t> и </a:t>
            </a:r>
            <a:r>
              <a:rPr lang="en-US" err="1">
                <a:solidFill>
                  <a:schemeClr val="tx1"/>
                </a:solidFill>
              </a:rPr>
              <a:t>постављање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кода</a:t>
            </a:r>
            <a:r>
              <a:rPr lang="en-US">
                <a:solidFill>
                  <a:schemeClr val="tx1"/>
                </a:solidFill>
              </a:rPr>
              <a:t> на </a:t>
            </a:r>
            <a:r>
              <a:rPr lang="en-US" i="1">
                <a:solidFill>
                  <a:schemeClr val="tx1"/>
                </a:solidFill>
              </a:rPr>
              <a:t>"FITIOTLAB"</a:t>
            </a:r>
            <a:r>
              <a:rPr lang="en-US">
                <a:solidFill>
                  <a:schemeClr val="tx1"/>
                </a:solidFill>
              </a:rPr>
              <a:t>-у</a:t>
            </a:r>
          </a:p>
        </p:txBody>
      </p:sp>
    </p:spTree>
    <p:extLst>
      <p:ext uri="{BB962C8B-B14F-4D97-AF65-F5344CB8AC3E}">
        <p14:creationId xmlns:p14="http://schemas.microsoft.com/office/powerpoint/2010/main" val="4242635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585">
          <a:extLst>
            <a:ext uri="{FF2B5EF4-FFF2-40B4-BE49-F238E27FC236}">
              <a16:creationId xmlns:a16="http://schemas.microsoft.com/office/drawing/2014/main" id="{CE060DD3-B325-A1F1-10F5-D72E7D6C4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62">
            <a:extLst>
              <a:ext uri="{FF2B5EF4-FFF2-40B4-BE49-F238E27FC236}">
                <a16:creationId xmlns:a16="http://schemas.microsoft.com/office/drawing/2014/main" id="{91ADC0D7-996F-0C0E-AA81-A1BB710C50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Инсталација</a:t>
            </a:r>
            <a:r>
              <a:rPr lang="en"/>
              <a:t> </a:t>
            </a:r>
            <a:r>
              <a:rPr lang="en" err="1"/>
              <a:t>окружења</a:t>
            </a:r>
            <a:r>
              <a:rPr lang="en"/>
              <a:t> и </a:t>
            </a:r>
            <a:r>
              <a:rPr lang="en" err="1"/>
              <a:t>компајлирање</a:t>
            </a:r>
            <a:r>
              <a:rPr lang="en"/>
              <a:t> </a:t>
            </a:r>
            <a:r>
              <a:rPr lang="en" err="1"/>
              <a:t>програма</a:t>
            </a:r>
            <a:endParaRPr lang="en-US" err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47E42A-9C9D-2DB9-B330-DDAD97ED2A35}"/>
              </a:ext>
            </a:extLst>
          </p:cNvPr>
          <p:cNvSpPr txBox="1"/>
          <p:nvPr/>
        </p:nvSpPr>
        <p:spPr>
          <a:xfrm>
            <a:off x="527321" y="1630213"/>
            <a:ext cx="7768086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docker pull </a:t>
            </a:r>
            <a:r>
              <a:rPr lang="en-US" err="1">
                <a:solidFill>
                  <a:schemeClr val="tx1"/>
                </a:solidFill>
              </a:rPr>
              <a:t>zephyrprojectrtos</a:t>
            </a:r>
            <a:r>
              <a:rPr lang="en-US">
                <a:solidFill>
                  <a:schemeClr val="tx1"/>
                </a:solidFill>
              </a:rPr>
              <a:t>/zephyr-build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docker run </a:t>
            </a:r>
            <a:r>
              <a:rPr lang="en-US" err="1">
                <a:solidFill>
                  <a:schemeClr val="tx1"/>
                </a:solidFill>
              </a:rPr>
              <a:t>zephyrprojectrtos</a:t>
            </a:r>
            <a:r>
              <a:rPr lang="en-US">
                <a:solidFill>
                  <a:schemeClr val="tx1"/>
                </a:solidFill>
              </a:rPr>
              <a:t>/zephyr-build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west build -b nrf52840dk_nrf52840 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west flash</a:t>
            </a:r>
          </a:p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FB249C-A16F-A5BF-F68C-F95CA4D0B0A4}"/>
              </a:ext>
            </a:extLst>
          </p:cNvPr>
          <p:cNvSpPr txBox="1"/>
          <p:nvPr/>
        </p:nvSpPr>
        <p:spPr>
          <a:xfrm>
            <a:off x="530258" y="3931640"/>
            <a:ext cx="74295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chemeClr val="tx1"/>
                </a:solidFill>
              </a:rPr>
              <a:t>На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следећим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слајдовима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биће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приказано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опис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функција</a:t>
            </a:r>
            <a:r>
              <a:rPr lang="en-US">
                <a:solidFill>
                  <a:schemeClr val="tx1"/>
                </a:solidFill>
              </a:rPr>
              <a:t> и </a:t>
            </a:r>
            <a:r>
              <a:rPr lang="en-US" err="1">
                <a:solidFill>
                  <a:schemeClr val="tx1"/>
                </a:solidFill>
              </a:rPr>
              <a:t>ток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програма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као</a:t>
            </a:r>
            <a:r>
              <a:rPr lang="en-US">
                <a:solidFill>
                  <a:schemeClr val="tx1"/>
                </a:solidFill>
              </a:rPr>
              <a:t> и </a:t>
            </a:r>
            <a:r>
              <a:rPr lang="en-US" err="1">
                <a:solidFill>
                  <a:schemeClr val="tx1"/>
                </a:solidFill>
              </a:rPr>
              <a:t>постављање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кода</a:t>
            </a:r>
            <a:r>
              <a:rPr lang="en-US">
                <a:solidFill>
                  <a:schemeClr val="tx1"/>
                </a:solidFill>
              </a:rPr>
              <a:t> на </a:t>
            </a:r>
            <a:r>
              <a:rPr lang="en-US" i="1">
                <a:solidFill>
                  <a:schemeClr val="tx1"/>
                </a:solidFill>
              </a:rPr>
              <a:t>"FITIOTLAB"</a:t>
            </a:r>
            <a:r>
              <a:rPr lang="en-US">
                <a:solidFill>
                  <a:schemeClr val="tx1"/>
                </a:solidFill>
              </a:rPr>
              <a:t>-у</a:t>
            </a:r>
          </a:p>
        </p:txBody>
      </p:sp>
    </p:spTree>
    <p:extLst>
      <p:ext uri="{BB962C8B-B14F-4D97-AF65-F5344CB8AC3E}">
        <p14:creationId xmlns:p14="http://schemas.microsoft.com/office/powerpoint/2010/main" val="8346560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585">
          <a:extLst>
            <a:ext uri="{FF2B5EF4-FFF2-40B4-BE49-F238E27FC236}">
              <a16:creationId xmlns:a16="http://schemas.microsoft.com/office/drawing/2014/main" id="{801615E3-A129-E3AB-4550-F6DEC7E7B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62">
            <a:extLst>
              <a:ext uri="{FF2B5EF4-FFF2-40B4-BE49-F238E27FC236}">
                <a16:creationId xmlns:a16="http://schemas.microsoft.com/office/drawing/2014/main" id="{F91B84ED-08BB-E6AB-06B7-DE26A4FDCD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Конфигурација</a:t>
            </a:r>
            <a:r>
              <a:rPr lang="en"/>
              <a:t> Zephyr </a:t>
            </a:r>
            <a:r>
              <a:rPr lang="en" err="1"/>
              <a:t>пројекта</a:t>
            </a:r>
            <a:endParaRPr lang="en-US" err="1"/>
          </a:p>
        </p:txBody>
      </p:sp>
      <p:pic>
        <p:nvPicPr>
          <p:cNvPr id="2" name="Picture 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BB62F93-0139-B86C-898C-2E442255D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83" y="2575255"/>
            <a:ext cx="4895850" cy="1114425"/>
          </a:xfrm>
          <a:prstGeom prst="rect">
            <a:avLst/>
          </a:prstGeom>
        </p:spPr>
      </p:pic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E30C8C4-C9A5-2ABC-A70D-A24559168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9851" y="2318080"/>
            <a:ext cx="2352675" cy="1628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B65F40-DF62-91C7-A318-C27305B76B09}"/>
              </a:ext>
            </a:extLst>
          </p:cNvPr>
          <p:cNvSpPr txBox="1"/>
          <p:nvPr/>
        </p:nvSpPr>
        <p:spPr>
          <a:xfrm>
            <a:off x="727439" y="1505475"/>
            <a:ext cx="687265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chemeClr val="tx1"/>
                </a:solidFill>
              </a:rPr>
              <a:t>CMakeLists</a:t>
            </a:r>
            <a:r>
              <a:rPr lang="en-US">
                <a:solidFill>
                  <a:schemeClr val="tx1"/>
                </a:solidFill>
              </a:rPr>
              <a:t>: </a:t>
            </a:r>
            <a:r>
              <a:rPr lang="en-US" err="1">
                <a:solidFill>
                  <a:schemeClr val="tx1"/>
                </a:solidFill>
              </a:rPr>
              <a:t>Opisuje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err="1">
                <a:solidFill>
                  <a:schemeClr val="tx1"/>
                </a:solidFill>
              </a:rPr>
              <a:t>kako</a:t>
            </a:r>
            <a:r>
              <a:rPr lang="en-US">
                <a:solidFill>
                  <a:schemeClr val="tx1"/>
                </a:solidFill>
              </a:rPr>
              <a:t> da se </a:t>
            </a:r>
            <a:r>
              <a:rPr lang="en-US" err="1">
                <a:solidFill>
                  <a:schemeClr val="tx1"/>
                </a:solidFill>
              </a:rPr>
              <a:t>kompajlira</a:t>
            </a:r>
            <a:r>
              <a:rPr lang="en-US">
                <a:solidFill>
                  <a:schemeClr val="tx1"/>
                </a:solidFill>
              </a:rPr>
              <a:t> program.</a:t>
            </a:r>
          </a:p>
          <a:p>
            <a:r>
              <a:rPr lang="en-US" err="1">
                <a:solidFill>
                  <a:schemeClr val="tx1"/>
                </a:solidFill>
              </a:rPr>
              <a:t>Prj.conf</a:t>
            </a:r>
            <a:r>
              <a:rPr lang="en-US">
                <a:solidFill>
                  <a:schemeClr val="tx1"/>
                </a:solidFill>
              </a:rPr>
              <a:t>: </a:t>
            </a:r>
            <a:r>
              <a:rPr lang="en-US" err="1">
                <a:solidFill>
                  <a:schemeClr val="tx1"/>
                </a:solidFill>
              </a:rPr>
              <a:t>Opisuje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err="1">
                <a:solidFill>
                  <a:schemeClr val="tx1"/>
                </a:solidFill>
              </a:rPr>
              <a:t>funkcionalnost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sistema</a:t>
            </a:r>
            <a:r>
              <a:rPr lang="en-US">
                <a:solidFill>
                  <a:schemeClr val="tx1"/>
                </a:solidFill>
              </a:rPr>
              <a:t> I </a:t>
            </a:r>
            <a:r>
              <a:rPr lang="en-US" err="1">
                <a:solidFill>
                  <a:schemeClr val="tx1"/>
                </a:solidFill>
              </a:rPr>
              <a:t>drajvera</a:t>
            </a:r>
            <a:r>
              <a:rPr lang="en-US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59868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585">
          <a:extLst>
            <a:ext uri="{FF2B5EF4-FFF2-40B4-BE49-F238E27FC236}">
              <a16:creationId xmlns:a16="http://schemas.microsoft.com/office/drawing/2014/main" id="{CCDF783B-5282-60E4-FD9E-5EB2A2B43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62">
            <a:extLst>
              <a:ext uri="{FF2B5EF4-FFF2-40B4-BE49-F238E27FC236}">
                <a16:creationId xmlns:a16="http://schemas.microsoft.com/office/drawing/2014/main" id="{2760AEBF-3E01-5139-E8A3-A4DEE59D9F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Преглед</a:t>
            </a:r>
            <a:r>
              <a:rPr lang="en"/>
              <a:t> </a:t>
            </a:r>
            <a:r>
              <a:rPr lang="en" err="1"/>
              <a:t>кључних</a:t>
            </a:r>
            <a:r>
              <a:rPr lang="en"/>
              <a:t> </a:t>
            </a:r>
            <a:r>
              <a:rPr lang="en" err="1"/>
              <a:t>функција</a:t>
            </a:r>
            <a:endParaRPr lang="en-US" err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43D98A-C36A-CEAD-518B-DC7E0E77E947}"/>
              </a:ext>
            </a:extLst>
          </p:cNvPr>
          <p:cNvSpPr txBox="1"/>
          <p:nvPr/>
        </p:nvSpPr>
        <p:spPr>
          <a:xfrm>
            <a:off x="527321" y="1630213"/>
            <a:ext cx="7768086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chemeClr val="tx1"/>
                </a:solidFill>
                <a:latin typeface="Consolas"/>
              </a:rPr>
              <a:t>device_is_ready</a:t>
            </a:r>
            <a:r>
              <a:rPr lang="en-US">
                <a:solidFill>
                  <a:schemeClr val="tx1"/>
                </a:solidFill>
                <a:latin typeface="Consolas"/>
              </a:rPr>
              <a:t>: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Проверава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да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ли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је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уређај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спреман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за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употребу</a:t>
            </a:r>
            <a:r>
              <a:rPr lang="en-US">
                <a:solidFill>
                  <a:schemeClr val="tx1"/>
                </a:solidFill>
                <a:latin typeface="Consolas"/>
              </a:rPr>
              <a:t>.</a:t>
            </a:r>
          </a:p>
          <a:p>
            <a:r>
              <a:rPr lang="en-US" err="1">
                <a:solidFill>
                  <a:schemeClr val="tx1"/>
                </a:solidFill>
                <a:latin typeface="Consolas"/>
              </a:rPr>
              <a:t>gpio_pin_configure_dt</a:t>
            </a:r>
            <a:r>
              <a:rPr lang="en-US">
                <a:solidFill>
                  <a:schemeClr val="tx1"/>
                </a:solidFill>
                <a:latin typeface="Consolas"/>
              </a:rPr>
              <a:t>: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Иницијализује</a:t>
            </a:r>
            <a:r>
              <a:rPr lang="en-US">
                <a:solidFill>
                  <a:schemeClr val="tx1"/>
                </a:solidFill>
                <a:latin typeface="Consolas"/>
              </a:rPr>
              <a:t> диоду и поставља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на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жељено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стање</a:t>
            </a:r>
            <a:r>
              <a:rPr lang="en-US">
                <a:solidFill>
                  <a:schemeClr val="tx1"/>
                </a:solidFill>
                <a:latin typeface="Consolas"/>
              </a:rPr>
              <a:t>.</a:t>
            </a:r>
          </a:p>
          <a:p>
            <a:r>
              <a:rPr lang="en-US">
                <a:solidFill>
                  <a:schemeClr val="tx1"/>
                </a:solidFill>
                <a:latin typeface="Consolas"/>
              </a:rPr>
              <a:t>DEVICE_DT_GET: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Служи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за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добијање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објекта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сензора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температуре</a:t>
            </a:r>
            <a:r>
              <a:rPr lang="en-US">
                <a:solidFill>
                  <a:schemeClr val="tx1"/>
                </a:solidFill>
                <a:latin typeface="Consolas"/>
              </a:rPr>
              <a:t>.</a:t>
            </a:r>
          </a:p>
          <a:p>
            <a:r>
              <a:rPr lang="en-US" err="1">
                <a:solidFill>
                  <a:schemeClr val="tx1"/>
                </a:solidFill>
                <a:latin typeface="Consolas"/>
              </a:rPr>
              <a:t>sensor_sample_fetch</a:t>
            </a:r>
            <a:r>
              <a:rPr lang="en-US">
                <a:solidFill>
                  <a:schemeClr val="tx1"/>
                </a:solidFill>
                <a:latin typeface="Consolas"/>
              </a:rPr>
              <a:t>: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Служи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за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очитавање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температуре</a:t>
            </a:r>
            <a:r>
              <a:rPr lang="en-US">
                <a:solidFill>
                  <a:schemeClr val="tx1"/>
                </a:solidFill>
                <a:latin typeface="Consolas"/>
              </a:rPr>
              <a:t>.</a:t>
            </a:r>
          </a:p>
          <a:p>
            <a:r>
              <a:rPr lang="en-US" err="1">
                <a:solidFill>
                  <a:schemeClr val="tx1"/>
                </a:solidFill>
                <a:latin typeface="Consolas"/>
              </a:rPr>
              <a:t>sensor_channel_get</a:t>
            </a:r>
            <a:r>
              <a:rPr lang="en-US">
                <a:solidFill>
                  <a:schemeClr val="tx1"/>
                </a:solidFill>
                <a:latin typeface="Consolas"/>
              </a:rPr>
              <a:t>: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Служи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за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очитавање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температуре</a:t>
            </a:r>
            <a:r>
              <a:rPr lang="en-US">
                <a:solidFill>
                  <a:schemeClr val="tx1"/>
                </a:solidFill>
                <a:latin typeface="Consolas"/>
              </a:rPr>
              <a:t>.</a:t>
            </a:r>
            <a:br>
              <a:rPr lang="en-US">
                <a:solidFill>
                  <a:schemeClr val="tx1"/>
                </a:solidFill>
                <a:latin typeface="Consolas"/>
              </a:rPr>
            </a:br>
            <a:r>
              <a:rPr lang="en-US" err="1">
                <a:solidFill>
                  <a:schemeClr val="tx1"/>
                </a:solidFill>
                <a:latin typeface="Consolas"/>
              </a:rPr>
              <a:t>sensor_value_to_double</a:t>
            </a:r>
            <a:r>
              <a:rPr lang="en-US">
                <a:solidFill>
                  <a:schemeClr val="tx1"/>
                </a:solidFill>
                <a:latin typeface="Consolas"/>
              </a:rPr>
              <a:t>: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За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претварање</a:t>
            </a:r>
            <a:r>
              <a:rPr lang="en-US">
                <a:solidFill>
                  <a:schemeClr val="tx1"/>
                </a:solidFill>
                <a:latin typeface="Consolas"/>
              </a:rPr>
              <a:t> "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sensor_value</a:t>
            </a:r>
            <a:r>
              <a:rPr lang="en-US">
                <a:solidFill>
                  <a:schemeClr val="tx1"/>
                </a:solidFill>
                <a:latin typeface="Consolas"/>
              </a:rPr>
              <a:t>" у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реалан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број</a:t>
            </a:r>
            <a:r>
              <a:rPr lang="en-US">
                <a:solidFill>
                  <a:schemeClr val="tx1"/>
                </a:solidFill>
                <a:latin typeface="Consolas"/>
              </a:rPr>
              <a:t>.</a:t>
            </a:r>
            <a:endParaRPr lang="en-US" i="1">
              <a:solidFill>
                <a:schemeClr val="tx1"/>
              </a:solidFill>
              <a:latin typeface="Consolas"/>
            </a:endParaRPr>
          </a:p>
          <a:p>
            <a:r>
              <a:rPr lang="en-US" err="1">
                <a:solidFill>
                  <a:schemeClr val="tx1"/>
                </a:solidFill>
                <a:latin typeface="Consolas"/>
              </a:rPr>
              <a:t>gpio_pin_set_dt</a:t>
            </a:r>
            <a:r>
              <a:rPr lang="en-US">
                <a:solidFill>
                  <a:schemeClr val="tx1"/>
                </a:solidFill>
                <a:latin typeface="Consolas"/>
              </a:rPr>
              <a:t>: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Поставља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вредност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на</a:t>
            </a:r>
            <a:r>
              <a:rPr lang="en-US">
                <a:solidFill>
                  <a:schemeClr val="tx1"/>
                </a:solidFill>
                <a:latin typeface="Consolas"/>
              </a:rPr>
              <a:t> ЛЕД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диоди</a:t>
            </a:r>
            <a:r>
              <a:rPr lang="en-US">
                <a:solidFill>
                  <a:schemeClr val="tx1"/>
                </a:solidFill>
                <a:latin typeface="Consolas"/>
              </a:rPr>
              <a:t>.</a:t>
            </a:r>
          </a:p>
          <a:p>
            <a:r>
              <a:rPr lang="en-US" err="1">
                <a:solidFill>
                  <a:schemeClr val="tx1"/>
                </a:solidFill>
                <a:latin typeface="Consolas"/>
              </a:rPr>
              <a:t>gpio_pin_toggle_dt</a:t>
            </a:r>
            <a:r>
              <a:rPr lang="en-US">
                <a:solidFill>
                  <a:schemeClr val="tx1"/>
                </a:solidFill>
                <a:latin typeface="Consolas"/>
              </a:rPr>
              <a:t>: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Мења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стање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пина</a:t>
            </a:r>
            <a:r>
              <a:rPr lang="en-US">
                <a:solidFill>
                  <a:schemeClr val="tx1"/>
                </a:solidFill>
                <a:latin typeface="Consolas"/>
              </a:rPr>
              <a:t>.</a:t>
            </a:r>
          </a:p>
          <a:p>
            <a:r>
              <a:rPr lang="en-US" err="1">
                <a:solidFill>
                  <a:schemeClr val="tx1"/>
                </a:solidFill>
                <a:latin typeface="Consolas"/>
              </a:rPr>
              <a:t>k_msleep</a:t>
            </a:r>
            <a:r>
              <a:rPr lang="en-US">
                <a:solidFill>
                  <a:schemeClr val="tx1"/>
                </a:solidFill>
                <a:latin typeface="Consolas"/>
              </a:rPr>
              <a:t>: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Зауставља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извршење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нити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или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процеса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на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дати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број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милисекунди</a:t>
            </a:r>
            <a:r>
              <a:rPr lang="en-US">
                <a:solidFill>
                  <a:schemeClr val="tx1"/>
                </a:solidFill>
                <a:latin typeface="Consolas"/>
              </a:rPr>
              <a:t>.</a:t>
            </a:r>
          </a:p>
          <a:p>
            <a:r>
              <a:rPr lang="en-US" err="1">
                <a:solidFill>
                  <a:schemeClr val="tx1"/>
                </a:solidFill>
                <a:latin typeface="Consolas"/>
              </a:rPr>
              <a:t>printk</a:t>
            </a:r>
            <a:r>
              <a:rPr lang="en-US">
                <a:solidFill>
                  <a:schemeClr val="tx1"/>
                </a:solidFill>
                <a:latin typeface="Consolas"/>
              </a:rPr>
              <a:t>: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На</a:t>
            </a:r>
            <a:r>
              <a:rPr lang="en-US">
                <a:solidFill>
                  <a:schemeClr val="tx1"/>
                </a:solidFill>
                <a:latin typeface="Consolas"/>
              </a:rPr>
              <a:t> 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кернел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нивоу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врши</a:t>
            </a:r>
            <a:r>
              <a:rPr lang="en-US">
                <a:solidFill>
                  <a:schemeClr val="tx1"/>
                </a:solidFill>
                <a:latin typeface="Consolas"/>
              </a:rPr>
              <a:t> </a:t>
            </a:r>
            <a:r>
              <a:rPr lang="en-US" err="1">
                <a:solidFill>
                  <a:schemeClr val="tx1"/>
                </a:solidFill>
                <a:latin typeface="Consolas"/>
              </a:rPr>
              <a:t>штампање</a:t>
            </a:r>
            <a:r>
              <a:rPr lang="en-US">
                <a:solidFill>
                  <a:schemeClr val="tx1"/>
                </a:solidFill>
                <a:latin typeface="Consola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808751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585">
          <a:extLst>
            <a:ext uri="{FF2B5EF4-FFF2-40B4-BE49-F238E27FC236}">
              <a16:creationId xmlns:a16="http://schemas.microsoft.com/office/drawing/2014/main" id="{C7608583-816B-DF20-5601-86C66CE25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62">
            <a:extLst>
              <a:ext uri="{FF2B5EF4-FFF2-40B4-BE49-F238E27FC236}">
                <a16:creationId xmlns:a16="http://schemas.microsoft.com/office/drawing/2014/main" id="{FB0F70A1-2A9C-9A4F-3DB1-3CF459E196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Приказ</a:t>
            </a:r>
            <a:r>
              <a:rPr lang="en"/>
              <a:t> </a:t>
            </a:r>
            <a:r>
              <a:rPr lang="en" err="1"/>
              <a:t>програм</a:t>
            </a:r>
            <a:r>
              <a:rPr lang="en"/>
              <a:t> </a:t>
            </a:r>
            <a:r>
              <a:rPr lang="en" err="1"/>
              <a:t>кода</a:t>
            </a:r>
            <a:r>
              <a:rPr lang="en"/>
              <a:t> </a:t>
            </a:r>
            <a:endParaRPr lang="en-US" err="1"/>
          </a:p>
        </p:txBody>
      </p:sp>
      <p:pic>
        <p:nvPicPr>
          <p:cNvPr id="3" name="Picture 2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DE3C8572-561C-B1F4-9684-44D05EB16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282" y="1282747"/>
            <a:ext cx="4025776" cy="1413600"/>
          </a:xfrm>
          <a:prstGeom prst="rect">
            <a:avLst/>
          </a:prstGeom>
        </p:spPr>
      </p:pic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E8F71156-5B9B-B379-80AD-137E42A2F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2087" y="2830489"/>
            <a:ext cx="50292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3334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585">
          <a:extLst>
            <a:ext uri="{FF2B5EF4-FFF2-40B4-BE49-F238E27FC236}">
              <a16:creationId xmlns:a16="http://schemas.microsoft.com/office/drawing/2014/main" id="{77C64C63-9944-2035-BA5A-9D0953C32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62">
            <a:extLst>
              <a:ext uri="{FF2B5EF4-FFF2-40B4-BE49-F238E27FC236}">
                <a16:creationId xmlns:a16="http://schemas.microsoft.com/office/drawing/2014/main" id="{CBF20A52-E94C-564F-6D56-1C3D54613B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Приказ</a:t>
            </a:r>
            <a:r>
              <a:rPr lang="en"/>
              <a:t> </a:t>
            </a:r>
            <a:r>
              <a:rPr lang="en" err="1"/>
              <a:t>програмског</a:t>
            </a:r>
            <a:r>
              <a:rPr lang="en"/>
              <a:t> </a:t>
            </a:r>
            <a:r>
              <a:rPr lang="en" err="1"/>
              <a:t>кода</a:t>
            </a:r>
            <a:r>
              <a:rPr lang="en"/>
              <a:t> - </a:t>
            </a:r>
            <a:r>
              <a:rPr lang="en" err="1"/>
              <a:t>Наставак</a:t>
            </a:r>
          </a:p>
        </p:txBody>
      </p:sp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304761D6-4A12-1CE0-1345-4EB8D147E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899" y="1287223"/>
            <a:ext cx="4397495" cy="1598583"/>
          </a:xfrm>
          <a:prstGeom prst="rect">
            <a:avLst/>
          </a:prstGeom>
        </p:spPr>
      </p:pic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89B01B92-BFF4-3D95-A23C-0E36E63B9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612" y="2979528"/>
            <a:ext cx="6240673" cy="200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5772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585">
          <a:extLst>
            <a:ext uri="{FF2B5EF4-FFF2-40B4-BE49-F238E27FC236}">
              <a16:creationId xmlns:a16="http://schemas.microsoft.com/office/drawing/2014/main" id="{045401B8-BB9A-790E-AA1F-512E6DC31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62">
            <a:extLst>
              <a:ext uri="{FF2B5EF4-FFF2-40B4-BE49-F238E27FC236}">
                <a16:creationId xmlns:a16="http://schemas.microsoft.com/office/drawing/2014/main" id="{A7541C59-EDCA-57C4-A5B3-B634F84A83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Демонстрација</a:t>
            </a:r>
            <a:r>
              <a:rPr lang="en"/>
              <a:t> </a:t>
            </a:r>
            <a:r>
              <a:rPr lang="en" err="1"/>
              <a:t>на</a:t>
            </a:r>
            <a:r>
              <a:rPr lang="en"/>
              <a:t> FIT IoT Lab-u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BB13F4-1CF7-51D4-71BB-1D2D8A65A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784" y="1283179"/>
            <a:ext cx="5555216" cy="354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8198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63"/>
          <p:cNvSpPr txBox="1">
            <a:spLocks noGrp="1"/>
          </p:cNvSpPr>
          <p:nvPr>
            <p:ph type="ctrTitle"/>
          </p:nvPr>
        </p:nvSpPr>
        <p:spPr>
          <a:xfrm>
            <a:off x="1887750" y="2067432"/>
            <a:ext cx="5368500" cy="10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err="1">
                <a:solidFill>
                  <a:schemeClr val="accent1"/>
                </a:solidFill>
              </a:rPr>
              <a:t>Хвала</a:t>
            </a:r>
            <a:r>
              <a:rPr lang="en">
                <a:solidFill>
                  <a:schemeClr val="accent1"/>
                </a:solidFill>
              </a:rPr>
              <a:t> </a:t>
            </a:r>
            <a:r>
              <a:rPr lang="en" err="1">
                <a:solidFill>
                  <a:schemeClr val="accent1"/>
                </a:solidFill>
              </a:rPr>
              <a:t>на</a:t>
            </a:r>
            <a:r>
              <a:rPr lang="en">
                <a:solidFill>
                  <a:schemeClr val="accent1"/>
                </a:solidFill>
              </a:rPr>
              <a:t> </a:t>
            </a:r>
            <a:r>
              <a:rPr lang="en" err="1">
                <a:solidFill>
                  <a:schemeClr val="accent1"/>
                </a:solidFill>
              </a:rPr>
              <a:t>пажњи</a:t>
            </a:r>
            <a:r>
              <a:rPr lang="en">
                <a:solidFill>
                  <a:schemeClr val="accent1"/>
                </a:solidFill>
              </a:rPr>
              <a:t>!</a:t>
            </a:r>
          </a:p>
        </p:txBody>
      </p:sp>
      <p:sp>
        <p:nvSpPr>
          <p:cNvPr id="1614" name="Google Shape;1614;p63"/>
          <p:cNvSpPr/>
          <p:nvPr/>
        </p:nvSpPr>
        <p:spPr>
          <a:xfrm>
            <a:off x="11865675" y="1028350"/>
            <a:ext cx="40050" cy="12525"/>
          </a:xfrm>
          <a:custGeom>
            <a:avLst/>
            <a:gdLst/>
            <a:ahLst/>
            <a:cxnLst/>
            <a:rect l="l" t="t" r="r" b="b"/>
            <a:pathLst>
              <a:path w="1602" h="501" extrusionOk="0">
                <a:moveTo>
                  <a:pt x="234" y="0"/>
                </a:moveTo>
                <a:cubicBezTo>
                  <a:pt x="100" y="0"/>
                  <a:pt x="0" y="134"/>
                  <a:pt x="0" y="267"/>
                </a:cubicBezTo>
                <a:cubicBezTo>
                  <a:pt x="0" y="401"/>
                  <a:pt x="100" y="501"/>
                  <a:pt x="234" y="501"/>
                </a:cubicBezTo>
                <a:lnTo>
                  <a:pt x="1368" y="501"/>
                </a:lnTo>
                <a:cubicBezTo>
                  <a:pt x="1501" y="501"/>
                  <a:pt x="1601" y="401"/>
                  <a:pt x="1601" y="267"/>
                </a:cubicBezTo>
                <a:cubicBezTo>
                  <a:pt x="1601" y="134"/>
                  <a:pt x="1501" y="0"/>
                  <a:pt x="1368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3A18189-A4F2-B16F-69A6-0CD43BFDA7A4}"/>
              </a:ext>
            </a:extLst>
          </p:cNvPr>
          <p:cNvSpPr/>
          <p:nvPr/>
        </p:nvSpPr>
        <p:spPr>
          <a:xfrm>
            <a:off x="2403230" y="4161692"/>
            <a:ext cx="4659923" cy="4469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6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 RESOURCES</a:t>
            </a:r>
            <a:endParaRPr/>
          </a:p>
        </p:txBody>
      </p:sp>
      <p:sp>
        <p:nvSpPr>
          <p:cNvPr id="1620" name="Google Shape;1620;p64"/>
          <p:cNvSpPr txBox="1">
            <a:spLocks noGrp="1"/>
          </p:cNvSpPr>
          <p:nvPr>
            <p:ph type="body" idx="1"/>
          </p:nvPr>
        </p:nvSpPr>
        <p:spPr>
          <a:xfrm>
            <a:off x="720000" y="1104850"/>
            <a:ext cx="7890600" cy="31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VECTORS</a:t>
            </a:r>
            <a:endParaRPr b="1"/>
          </a:p>
          <a:p>
            <a:pPr marL="457200" marR="50800" lvl="0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Modern web design concept with flat style</a:t>
            </a:r>
            <a:endParaRPr/>
          </a:p>
          <a:p>
            <a:pPr marL="457200" marR="508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4"/>
              </a:rPr>
              <a:t>App development concept with flat design</a:t>
            </a:r>
            <a:endParaRPr/>
          </a:p>
          <a:p>
            <a:pPr marL="457200" marR="508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5"/>
              </a:rPr>
              <a:t>Graphic design idea concept</a:t>
            </a:r>
            <a:endParaRPr/>
          </a:p>
          <a:p>
            <a:pPr marL="457200" marR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/>
              <a:t>PHOTOS</a:t>
            </a:r>
            <a:endParaRPr b="1"/>
          </a:p>
          <a:p>
            <a:pPr marL="457200" marR="50800" lvl="0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>
                <a:uFill>
                  <a:noFill/>
                </a:uFill>
                <a:hlinkClick r:id="rId6"/>
              </a:rPr>
              <a:t>Workers in the office during pandemic wearing medical masks</a:t>
            </a:r>
            <a:endParaRPr/>
          </a:p>
          <a:p>
            <a:pPr marL="457200" marR="508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>
                <a:uFill>
                  <a:noFill/>
                </a:uFill>
                <a:hlinkClick r:id="rId7"/>
              </a:rPr>
              <a:t>People in the office working during pandemic with masks on</a:t>
            </a:r>
            <a:endParaRPr/>
          </a:p>
          <a:p>
            <a:pPr marL="457200" marR="508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>
                <a:uFill>
                  <a:noFill/>
                </a:uFill>
                <a:hlinkClick r:id="rId8"/>
              </a:rPr>
              <a:t>Young man with laptop and headphones</a:t>
            </a:r>
            <a:endParaRPr/>
          </a:p>
          <a:p>
            <a:pPr marL="457200" marR="508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>
                <a:uFill>
                  <a:noFill/>
                </a:uFill>
                <a:hlinkClick r:id="rId9"/>
              </a:rPr>
              <a:t>Asian woman using laptop</a:t>
            </a:r>
            <a:endParaRPr/>
          </a:p>
          <a:p>
            <a:pPr marL="457200" marR="508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>
                <a:uFill>
                  <a:noFill/>
                </a:uFill>
                <a:hlinkClick r:id="rId10"/>
              </a:rPr>
              <a:t>Young girl speaking on the phone in the office </a:t>
            </a:r>
            <a:endParaRPr/>
          </a:p>
          <a:p>
            <a:pPr marL="457200" marR="508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>
                <a:uFill>
                  <a:noFill/>
                </a:uFill>
                <a:hlinkClick r:id="rId11"/>
              </a:rPr>
              <a:t>Modern woman using laptop</a:t>
            </a:r>
            <a:endParaRPr/>
          </a:p>
          <a:p>
            <a:pPr marL="457200" marR="508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>
                <a:uFill>
                  <a:noFill/>
                </a:uFill>
                <a:hlinkClick r:id="rId12"/>
              </a:rPr>
              <a:t>Cute young woman working on a laptop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6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1626" name="Google Shape;1626;p65"/>
          <p:cNvSpPr txBox="1">
            <a:spLocks noGrp="1"/>
          </p:cNvSpPr>
          <p:nvPr>
            <p:ph type="body" idx="1"/>
          </p:nvPr>
        </p:nvSpPr>
        <p:spPr>
          <a:xfrm>
            <a:off x="720000" y="1104850"/>
            <a:ext cx="7890600" cy="31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VECTORS</a:t>
            </a:r>
            <a:endParaRPr b="1"/>
          </a:p>
          <a:p>
            <a:pPr marL="457200" marR="50800" lvl="0" indent="-3048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Concepto de programadores con diseño plano</a:t>
            </a:r>
            <a:endParaRPr>
              <a:solidFill>
                <a:srgbClr val="374957"/>
              </a:solidFill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4"/>
              </a:rPr>
              <a:t>Software Development free icon</a:t>
            </a:r>
            <a:endParaRPr>
              <a:solidFill>
                <a:srgbClr val="374957"/>
              </a:solidFill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5"/>
              </a:rPr>
              <a:t>Programming free icon</a:t>
            </a:r>
            <a:endParaRPr>
              <a:solidFill>
                <a:srgbClr val="374957"/>
              </a:solidFill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6"/>
              </a:rPr>
              <a:t>Layout free icon</a:t>
            </a:r>
            <a:endParaRPr>
              <a:solidFill>
                <a:srgbClr val="374957"/>
              </a:solidFill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7"/>
              </a:rPr>
              <a:t>Project free icon</a:t>
            </a:r>
            <a:endParaRPr>
              <a:solidFill>
                <a:srgbClr val="374957"/>
              </a:solidFill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8"/>
              </a:rPr>
              <a:t>Planning free icon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/>
              <a:t>PHOTOS</a:t>
            </a:r>
            <a:endParaRPr b="1"/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uFill>
                  <a:noFill/>
                </a:uFill>
                <a:hlinkClick r:id="rId9"/>
              </a:rPr>
              <a:t>Co workers wearing face mask at the office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uFill>
                  <a:noFill/>
                </a:uFill>
                <a:hlinkClick r:id="rId10"/>
              </a:rPr>
              <a:t>Man working on laptop in the office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uFill>
                  <a:noFill/>
                </a:uFill>
                <a:hlinkClick r:id="rId11"/>
              </a:rPr>
              <a:t>Young woman working on laptop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uFill>
                  <a:noFill/>
                </a:uFill>
                <a:hlinkClick r:id="rId12"/>
              </a:rPr>
              <a:t>Business woman typing on laptop keyboard</a:t>
            </a:r>
            <a:endParaRPr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ftware Development Bussines Plan by Slidesgo">
  <a:themeElements>
    <a:clrScheme name="Simple Light">
      <a:dk1>
        <a:srgbClr val="CEF3F5"/>
      </a:dk1>
      <a:lt1>
        <a:srgbClr val="FFFFFF"/>
      </a:lt1>
      <a:dk2>
        <a:srgbClr val="0A1D42"/>
      </a:dk2>
      <a:lt2>
        <a:srgbClr val="29272C"/>
      </a:lt2>
      <a:accent1>
        <a:srgbClr val="C8AEF8"/>
      </a:accent1>
      <a:accent2>
        <a:srgbClr val="878FFF"/>
      </a:accent2>
      <a:accent3>
        <a:srgbClr val="9154F8"/>
      </a:accent3>
      <a:accent4>
        <a:srgbClr val="35C2DF"/>
      </a:accent4>
      <a:accent5>
        <a:srgbClr val="CA7BEB"/>
      </a:accent5>
      <a:accent6>
        <a:srgbClr val="972CB4"/>
      </a:accent6>
      <a:hlink>
        <a:srgbClr val="CEF3F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42</Slides>
  <Notes>42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44" baseType="lpstr">
      <vt:lpstr>Software Development Bussines Plan by Slidesgo</vt:lpstr>
      <vt:lpstr>Slidesgo Final Pages</vt:lpstr>
      <vt:lpstr>Архитектура интернет ствари  </vt:lpstr>
      <vt:lpstr>Шта је интернет ствари?  </vt:lpstr>
      <vt:lpstr>Табела садржаја</vt:lpstr>
      <vt:lpstr>01</vt:lpstr>
      <vt:lpstr>Број ИОТ уређаја у свету</vt:lpstr>
      <vt:lpstr>Број ИОТ уређаја у свету</vt:lpstr>
      <vt:lpstr>Решење</vt:lpstr>
      <vt:lpstr>21,000,000,000</vt:lpstr>
      <vt:lpstr>02</vt:lpstr>
      <vt:lpstr>Историја</vt:lpstr>
      <vt:lpstr>Број доприносиоца на GitHub-u по години </vt:lpstr>
      <vt:lpstr>Број "commit"-ova на GitHub-u по години </vt:lpstr>
      <vt:lpstr>Уређаји који раде на Zephyr-u</vt:lpstr>
      <vt:lpstr>03</vt:lpstr>
      <vt:lpstr>Devicetree</vt:lpstr>
      <vt:lpstr>Devicetree - Наставак</vt:lpstr>
      <vt:lpstr>Devicetree - Својства</vt:lpstr>
      <vt:lpstr>Devicetree - Објашњење својства</vt:lpstr>
      <vt:lpstr>04</vt:lpstr>
      <vt:lpstr>Увод у алат West</vt:lpstr>
      <vt:lpstr>05</vt:lpstr>
      <vt:lpstr>Мрежна архитектуре</vt:lpstr>
      <vt:lpstr>Дијаграм мрежне архитектуре</vt:lpstr>
      <vt:lpstr>Слање података UDP</vt:lpstr>
      <vt:lpstr>Слање података UDP дијаграм</vt:lpstr>
      <vt:lpstr>Примање података UDP</vt:lpstr>
      <vt:lpstr>Примање података UDP дијаграм</vt:lpstr>
      <vt:lpstr>06</vt:lpstr>
      <vt:lpstr>Увод у безбедност</vt:lpstr>
      <vt:lpstr>Безбедност - Сигурно програмирање</vt:lpstr>
      <vt:lpstr>Безбедност - Сигурно програмирање - Наставак</vt:lpstr>
      <vt:lpstr>07</vt:lpstr>
      <vt:lpstr>Практичан део - Увод</vt:lpstr>
      <vt:lpstr>Инсталација окружења и компајлирање програма</vt:lpstr>
      <vt:lpstr>Конфигурација Zephyr пројекта</vt:lpstr>
      <vt:lpstr>Преглед кључних функција</vt:lpstr>
      <vt:lpstr>Приказ програм кода </vt:lpstr>
      <vt:lpstr>Приказ програмског кода - Наставак</vt:lpstr>
      <vt:lpstr>Демонстрација на FIT IoT Lab-u</vt:lpstr>
      <vt:lpstr>Хвала на пажњи!</vt:lpstr>
      <vt:lpstr>ALTERNATIVE RESOURCES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modified xsi:type="dcterms:W3CDTF">2025-11-13T00:21:48Z</dcterms:modified>
</cp:coreProperties>
</file>